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28"/>
    <p:sldId id="268" r:id="rId29"/>
    <p:sldId id="269" r:id="rId30"/>
    <p:sldId id="270" r:id="rId31"/>
    <p:sldId id="271" r:id="rId32"/>
  </p:sldIdLst>
  <p:sldSz cy="5143500" cx="9144000"/>
  <p:notesSz cx="6858000" cy="9144000"/>
  <p:embeddedFontLst>
    <p:embeddedFont>
      <p:font typeface="Lexend SemiBold"/>
      <p:regular r:id="rId54"/>
      <p:bold r:id="rId55"/>
    </p:embeddedFont>
    <p:embeddedFont>
      <p:font typeface="Lexend Light"/>
      <p:regular r:id="rId56"/>
      <p:bold r:id="rId57"/>
    </p:embeddedFont>
    <p:embeddedFont>
      <p:font typeface="Bebas Neue"/>
      <p:regular r:id="rId58"/>
    </p:embeddedFont>
    <p:embeddedFont>
      <p:font typeface="Lexend Medium"/>
      <p:regular r:id="rId59"/>
      <p:bold r:id="rId60"/>
    </p:embeddedFont>
    <p:embeddedFont>
      <p:font typeface="Lexend"/>
      <p:regular r:id="rId61"/>
      <p:bold r:id="rId62"/>
    </p:embeddedFont>
    <p:embeddedFont>
      <p:font typeface="Questrial"/>
      <p:regular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C431EE-6C99-43B7-8D51-A74555807449}">
  <a:tblStyle styleId="{04C431EE-6C99-43B7-8D51-A745558074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54" Type="http://schemas.openxmlformats.org/officeDocument/2006/relationships/font" Target="fonts/LexendSemiBold-regular.fntdata"/><Relationship Id="rId55" Type="http://schemas.openxmlformats.org/officeDocument/2006/relationships/font" Target="fonts/LexendSemiBold-bold.fntdata"/><Relationship Id="rId56" Type="http://schemas.openxmlformats.org/officeDocument/2006/relationships/font" Target="fonts/LexendLight-regular.fntdata"/><Relationship Id="rId57" Type="http://schemas.openxmlformats.org/officeDocument/2006/relationships/font" Target="fonts/LexendLight-bold.fntdata"/><Relationship Id="rId58" Type="http://schemas.openxmlformats.org/officeDocument/2006/relationships/font" Target="fonts/BebasNeue-regular.fntdata"/><Relationship Id="rId59" Type="http://schemas.openxmlformats.org/officeDocument/2006/relationships/font" Target="fonts/LexendMedium-regular.fntdata"/><Relationship Id="rId60" Type="http://schemas.openxmlformats.org/officeDocument/2006/relationships/font" Target="fonts/LexendMedium-bold.fntdata"/><Relationship Id="rId61" Type="http://schemas.openxmlformats.org/officeDocument/2006/relationships/font" Target="fonts/Lexend-regular.fntdata"/><Relationship Id="rId62" Type="http://schemas.openxmlformats.org/officeDocument/2006/relationships/font" Target="fonts/Lexend-bold.fntdata"/><Relationship Id="rId63" Type="http://schemas.openxmlformats.org/officeDocument/2006/relationships/font" Target="fonts/Questrial-regular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3b093ba2f2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3b093ba2f2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1e85554533a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1e85554533a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1e85554533a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1e85554533a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b30b2820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g3b30b2820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ab1e56d82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3ab1e56d82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3ab1e56d82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3ab1e56d82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3b30b28201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3b30b28201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3b30b28201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3b30b28201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3b30b28201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3b30b28201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3b30b28201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3b30b28201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" name="Google Shape;30;p2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" name="Google Shape;31;p2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" name="Google Shape;32;p2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" name="Google Shape;33;p2"/>
          <p:cNvSpPr txBox="1"/>
          <p:nvPr>
            <p:ph type="ctrTitle"/>
          </p:nvPr>
        </p:nvSpPr>
        <p:spPr>
          <a:xfrm>
            <a:off x="1831350" y="1264575"/>
            <a:ext cx="5481300" cy="19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4" name="Google Shape;34;p2"/>
          <p:cNvSpPr txBox="1"/>
          <p:nvPr>
            <p:ph idx="1" type="subTitle"/>
          </p:nvPr>
        </p:nvSpPr>
        <p:spPr>
          <a:xfrm>
            <a:off x="1831350" y="3185387"/>
            <a:ext cx="54813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35" name="Google Shape;35;p2"/>
          <p:cNvGrpSpPr/>
          <p:nvPr/>
        </p:nvGrpSpPr>
        <p:grpSpPr>
          <a:xfrm>
            <a:off x="-519750" y="-741612"/>
            <a:ext cx="10369825" cy="6798813"/>
            <a:chOff x="-519750" y="-741612"/>
            <a:chExt cx="10369825" cy="6798813"/>
          </a:xfrm>
        </p:grpSpPr>
        <p:sp>
          <p:nvSpPr>
            <p:cNvPr id="36" name="Google Shape;36;p2"/>
            <p:cNvSpPr/>
            <p:nvPr/>
          </p:nvSpPr>
          <p:spPr>
            <a:xfrm>
              <a:off x="8223775" y="-74161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519750" y="460400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" name="Google Shape;38;p2"/>
          <p:cNvGrpSpPr/>
          <p:nvPr/>
        </p:nvGrpSpPr>
        <p:grpSpPr>
          <a:xfrm>
            <a:off x="-4756678" y="-1087025"/>
            <a:ext cx="8220278" cy="2682675"/>
            <a:chOff x="-4756678" y="-1087025"/>
            <a:chExt cx="8220278" cy="2682675"/>
          </a:xfrm>
        </p:grpSpPr>
        <p:sp>
          <p:nvSpPr>
            <p:cNvPr id="39" name="Google Shape;39;p2"/>
            <p:cNvSpPr/>
            <p:nvPr/>
          </p:nvSpPr>
          <p:spPr>
            <a:xfrm rot="10800000">
              <a:off x="-470025" y="783550"/>
              <a:ext cx="939000" cy="8121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-4756678" y="-1087025"/>
              <a:ext cx="7917900" cy="1920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734300" y="-426750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038650" y="189700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1592000" y="314200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94125" y="143399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298000" y="539488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5224575" y="3680900"/>
            <a:ext cx="8332272" cy="2641425"/>
            <a:chOff x="5224575" y="3680900"/>
            <a:chExt cx="8332272" cy="2641425"/>
          </a:xfrm>
        </p:grpSpPr>
        <p:sp>
          <p:nvSpPr>
            <p:cNvPr id="47" name="Google Shape;47;p2"/>
            <p:cNvSpPr/>
            <p:nvPr/>
          </p:nvSpPr>
          <p:spPr>
            <a:xfrm>
              <a:off x="8699850" y="3680900"/>
              <a:ext cx="939000" cy="8121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5638947" y="4401425"/>
              <a:ext cx="7917900" cy="1920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552925" y="46964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224575" y="4768625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8080975" y="4696425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627800" y="4986088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8758950" y="4696425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3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56" name="Google Shape;56;p3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" name="Google Shape;57;p3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" name="Google Shape;58;p3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" name="Google Shape;59;p3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" name="Google Shape;60;p3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" name="Google Shape;61;p3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3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3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3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3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3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3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3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3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3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3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3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3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3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3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3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3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3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9" name="Google Shape;79;p3"/>
          <p:cNvSpPr txBox="1"/>
          <p:nvPr>
            <p:ph type="title"/>
          </p:nvPr>
        </p:nvSpPr>
        <p:spPr>
          <a:xfrm>
            <a:off x="2038200" y="2348131"/>
            <a:ext cx="5067600" cy="7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0" name="Google Shape;80;p3"/>
          <p:cNvSpPr txBox="1"/>
          <p:nvPr>
            <p:ph hasCustomPrompt="1" idx="2" type="title"/>
          </p:nvPr>
        </p:nvSpPr>
        <p:spPr>
          <a:xfrm>
            <a:off x="3917750" y="1455231"/>
            <a:ext cx="1308600" cy="960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3"/>
          <p:cNvSpPr txBox="1"/>
          <p:nvPr>
            <p:ph idx="1" type="subTitle"/>
          </p:nvPr>
        </p:nvSpPr>
        <p:spPr>
          <a:xfrm>
            <a:off x="2038200" y="3080481"/>
            <a:ext cx="506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82" name="Google Shape;82;p3"/>
          <p:cNvGrpSpPr/>
          <p:nvPr/>
        </p:nvGrpSpPr>
        <p:grpSpPr>
          <a:xfrm flipH="1" rot="10800000">
            <a:off x="-519750" y="-821900"/>
            <a:ext cx="10369825" cy="6798813"/>
            <a:chOff x="-519750" y="-741612"/>
            <a:chExt cx="10369825" cy="6798813"/>
          </a:xfrm>
        </p:grpSpPr>
        <p:sp>
          <p:nvSpPr>
            <p:cNvPr id="83" name="Google Shape;83;p3"/>
            <p:cNvSpPr/>
            <p:nvPr/>
          </p:nvSpPr>
          <p:spPr>
            <a:xfrm>
              <a:off x="8223775" y="-74161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-519750" y="460400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" name="Google Shape;85;p3"/>
          <p:cNvGrpSpPr/>
          <p:nvPr/>
        </p:nvGrpSpPr>
        <p:grpSpPr>
          <a:xfrm flipH="1" rot="10800000">
            <a:off x="-4756678" y="3639650"/>
            <a:ext cx="8220278" cy="2682675"/>
            <a:chOff x="-4756678" y="-1087025"/>
            <a:chExt cx="8220278" cy="2682675"/>
          </a:xfrm>
        </p:grpSpPr>
        <p:sp>
          <p:nvSpPr>
            <p:cNvPr id="86" name="Google Shape;86;p3"/>
            <p:cNvSpPr/>
            <p:nvPr/>
          </p:nvSpPr>
          <p:spPr>
            <a:xfrm rot="10800000">
              <a:off x="-470025" y="783550"/>
              <a:ext cx="939000" cy="8121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-4756678" y="-1087025"/>
              <a:ext cx="7917900" cy="1920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2734300" y="-426750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2038650" y="189700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592000" y="314200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94125" y="143399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298000" y="539488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" name="Google Shape;93;p3"/>
          <p:cNvGrpSpPr/>
          <p:nvPr/>
        </p:nvGrpSpPr>
        <p:grpSpPr>
          <a:xfrm flipH="1" rot="10800000">
            <a:off x="5224575" y="-1087025"/>
            <a:ext cx="8332272" cy="2641425"/>
            <a:chOff x="5224575" y="3680900"/>
            <a:chExt cx="8332272" cy="2641425"/>
          </a:xfrm>
        </p:grpSpPr>
        <p:sp>
          <p:nvSpPr>
            <p:cNvPr id="94" name="Google Shape;94;p3"/>
            <p:cNvSpPr/>
            <p:nvPr/>
          </p:nvSpPr>
          <p:spPr>
            <a:xfrm>
              <a:off x="8699850" y="3680900"/>
              <a:ext cx="939000" cy="8121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5638947" y="4401425"/>
              <a:ext cx="7917900" cy="1920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6552925" y="46964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5224575" y="4768625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8080975" y="4696425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7627800" y="4986088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8758950" y="4696425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4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103" name="Google Shape;103;p4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4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" name="Google Shape;105;p4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" name="Google Shape;106;p4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" name="Google Shape;107;p4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" name="Google Shape;108;p4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" name="Google Shape;109;p4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" name="Google Shape;110;p4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" name="Google Shape;111;p4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" name="Google Shape;112;p4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" name="Google Shape;113;p4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" name="Google Shape;114;p4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" name="Google Shape;115;p4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" name="Google Shape;116;p4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" name="Google Shape;117;p4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4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4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4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4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4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4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4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6" name="Google Shape;12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7" name="Google Shape;127;p4"/>
          <p:cNvSpPr txBox="1"/>
          <p:nvPr>
            <p:ph idx="1" type="body"/>
          </p:nvPr>
        </p:nvSpPr>
        <p:spPr>
          <a:xfrm>
            <a:off x="720000" y="1215751"/>
            <a:ext cx="7704000" cy="3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28" name="Google Shape;128;p4"/>
          <p:cNvGrpSpPr/>
          <p:nvPr/>
        </p:nvGrpSpPr>
        <p:grpSpPr>
          <a:xfrm>
            <a:off x="-922550" y="-237460"/>
            <a:ext cx="10609700" cy="6467463"/>
            <a:chOff x="-922550" y="-237460"/>
            <a:chExt cx="10609700" cy="6467463"/>
          </a:xfrm>
        </p:grpSpPr>
        <p:sp>
          <p:nvSpPr>
            <p:cNvPr id="129" name="Google Shape;129;p4"/>
            <p:cNvSpPr/>
            <p:nvPr/>
          </p:nvSpPr>
          <p:spPr>
            <a:xfrm flipH="1" rot="10800000">
              <a:off x="8060850" y="460400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 flipH="1" rot="10800000">
              <a:off x="-922550" y="-23746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1" name="Google Shape;131;p4"/>
          <p:cNvSpPr/>
          <p:nvPr/>
        </p:nvSpPr>
        <p:spPr>
          <a:xfrm flipH="1" rot="1350516">
            <a:off x="243823" y="4330593"/>
            <a:ext cx="938817" cy="81224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" name="Google Shape;132;p4"/>
          <p:cNvGrpSpPr/>
          <p:nvPr/>
        </p:nvGrpSpPr>
        <p:grpSpPr>
          <a:xfrm>
            <a:off x="7733161" y="-3510025"/>
            <a:ext cx="2049576" cy="6594000"/>
            <a:chOff x="7733161" y="-3510025"/>
            <a:chExt cx="2049576" cy="6594000"/>
          </a:xfrm>
        </p:grpSpPr>
        <p:sp>
          <p:nvSpPr>
            <p:cNvPr id="133" name="Google Shape;133;p4"/>
            <p:cNvSpPr/>
            <p:nvPr/>
          </p:nvSpPr>
          <p:spPr>
            <a:xfrm flipH="1" rot="5400000">
              <a:off x="5685937" y="-1012825"/>
              <a:ext cx="6594000" cy="15996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 flipH="1" rot="5400000">
              <a:off x="7733161" y="-482302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 flipH="1" rot="5400000">
              <a:off x="8699111" y="1166048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 flipH="1" rot="5400000">
              <a:off x="8682586" y="1768823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" name="Google Shape;137;p4"/>
            <p:cNvSpPr/>
            <p:nvPr/>
          </p:nvSpPr>
          <p:spPr>
            <a:xfrm flipH="1" rot="5400000">
              <a:off x="8481446" y="2349058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138" name="Google Shape;138;p4"/>
            <p:cNvSpPr/>
            <p:nvPr/>
          </p:nvSpPr>
          <p:spPr>
            <a:xfrm flipH="1" rot="5400000">
              <a:off x="8682573" y="89837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" name="Google Shape;139;p4"/>
            <p:cNvSpPr/>
            <p:nvPr/>
          </p:nvSpPr>
          <p:spPr>
            <a:xfrm flipH="1" rot="5400000">
              <a:off x="8775311" y="55948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5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142" name="Google Shape;142;p5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5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5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5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5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5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5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5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5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5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5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5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5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5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5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5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5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" name="Google Shape;159;p5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0" name="Google Shape;160;p5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" name="Google Shape;161;p5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" name="Google Shape;162;p5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" name="Google Shape;163;p5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" name="Google Shape;164;p5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5" name="Google Shape;16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5"/>
          <p:cNvSpPr txBox="1"/>
          <p:nvPr>
            <p:ph idx="1" type="subTitle"/>
          </p:nvPr>
        </p:nvSpPr>
        <p:spPr>
          <a:xfrm>
            <a:off x="5055192" y="36087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5"/>
          <p:cNvSpPr txBox="1"/>
          <p:nvPr>
            <p:ph idx="2" type="subTitle"/>
          </p:nvPr>
        </p:nvSpPr>
        <p:spPr>
          <a:xfrm>
            <a:off x="1583208" y="16275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8" name="Google Shape;168;p5"/>
          <p:cNvSpPr txBox="1"/>
          <p:nvPr>
            <p:ph idx="3" type="subTitle"/>
          </p:nvPr>
        </p:nvSpPr>
        <p:spPr>
          <a:xfrm>
            <a:off x="5055183" y="33007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69" name="Google Shape;169;p5"/>
          <p:cNvSpPr txBox="1"/>
          <p:nvPr>
            <p:ph idx="4" type="subTitle"/>
          </p:nvPr>
        </p:nvSpPr>
        <p:spPr>
          <a:xfrm>
            <a:off x="1583208" y="13195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grpSp>
        <p:nvGrpSpPr>
          <p:cNvPr id="170" name="Google Shape;170;p5"/>
          <p:cNvGrpSpPr/>
          <p:nvPr/>
        </p:nvGrpSpPr>
        <p:grpSpPr>
          <a:xfrm>
            <a:off x="-500695" y="-741612"/>
            <a:ext cx="10369825" cy="6798813"/>
            <a:chOff x="-519750" y="-741612"/>
            <a:chExt cx="10369825" cy="6798813"/>
          </a:xfrm>
        </p:grpSpPr>
        <p:sp>
          <p:nvSpPr>
            <p:cNvPr id="171" name="Google Shape;171;p5"/>
            <p:cNvSpPr/>
            <p:nvPr/>
          </p:nvSpPr>
          <p:spPr>
            <a:xfrm>
              <a:off x="8223775" y="-74161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-519750" y="460400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" name="Google Shape;173;p5"/>
          <p:cNvGrpSpPr/>
          <p:nvPr/>
        </p:nvGrpSpPr>
        <p:grpSpPr>
          <a:xfrm flipH="1">
            <a:off x="4129150" y="4604000"/>
            <a:ext cx="5948400" cy="1443000"/>
            <a:chOff x="-877326" y="4604000"/>
            <a:chExt cx="5948400" cy="1443000"/>
          </a:xfrm>
        </p:grpSpPr>
        <p:sp>
          <p:nvSpPr>
            <p:cNvPr id="174" name="Google Shape;174;p5"/>
            <p:cNvSpPr/>
            <p:nvPr/>
          </p:nvSpPr>
          <p:spPr>
            <a:xfrm flipH="1">
              <a:off x="-877326" y="4604000"/>
              <a:ext cx="5948400" cy="1443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" name="Google Shape;175;p5"/>
            <p:cNvSpPr/>
            <p:nvPr/>
          </p:nvSpPr>
          <p:spPr>
            <a:xfrm flipH="1">
              <a:off x="2990613" y="47972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176" name="Google Shape;176;p5"/>
            <p:cNvSpPr/>
            <p:nvPr/>
          </p:nvSpPr>
          <p:spPr>
            <a:xfrm flipH="1">
              <a:off x="4003069" y="4861725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 flipH="1">
              <a:off x="2033631" y="4721025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flipH="1">
              <a:off x="2644944" y="497001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flipH="1">
              <a:off x="1671319" y="4771125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flipH="1">
              <a:off x="508726" y="47972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</p:grpSp>
      <p:grpSp>
        <p:nvGrpSpPr>
          <p:cNvPr id="181" name="Google Shape;181;p5"/>
          <p:cNvGrpSpPr/>
          <p:nvPr/>
        </p:nvGrpSpPr>
        <p:grpSpPr>
          <a:xfrm flipH="1">
            <a:off x="-648726" y="539502"/>
            <a:ext cx="10399591" cy="4322141"/>
            <a:chOff x="-550641" y="539502"/>
            <a:chExt cx="10399591" cy="4322141"/>
          </a:xfrm>
        </p:grpSpPr>
        <p:sp>
          <p:nvSpPr>
            <p:cNvPr id="182" name="Google Shape;182;p5"/>
            <p:cNvSpPr/>
            <p:nvPr/>
          </p:nvSpPr>
          <p:spPr>
            <a:xfrm flipH="1" rot="2452041">
              <a:off x="8758748" y="747735"/>
              <a:ext cx="939004" cy="812034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5"/>
            <p:cNvSpPr/>
            <p:nvPr/>
          </p:nvSpPr>
          <p:spPr>
            <a:xfrm flipH="1" rot="-1478454">
              <a:off x="-424045" y="3890887"/>
              <a:ext cx="939007" cy="812011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6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186" name="Google Shape;186;p6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" name="Google Shape;187;p6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6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" name="Google Shape;189;p6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" name="Google Shape;190;p6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6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6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6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6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6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6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6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6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6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6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6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6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6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6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6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" name="Google Shape;206;p6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" name="Google Shape;207;p6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" name="Google Shape;208;p6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9" name="Google Shape;20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10" name="Google Shape;210;p6"/>
          <p:cNvGrpSpPr/>
          <p:nvPr/>
        </p:nvGrpSpPr>
        <p:grpSpPr>
          <a:xfrm>
            <a:off x="-922550" y="-237460"/>
            <a:ext cx="10609700" cy="6467463"/>
            <a:chOff x="-922550" y="-237460"/>
            <a:chExt cx="10609700" cy="6467463"/>
          </a:xfrm>
        </p:grpSpPr>
        <p:sp>
          <p:nvSpPr>
            <p:cNvPr id="211" name="Google Shape;211;p6"/>
            <p:cNvSpPr/>
            <p:nvPr/>
          </p:nvSpPr>
          <p:spPr>
            <a:xfrm flipH="1" rot="10800000">
              <a:off x="8060850" y="460400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 flipH="1" rot="10800000">
              <a:off x="-922550" y="-23746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3" name="Google Shape;213;p6"/>
          <p:cNvSpPr/>
          <p:nvPr/>
        </p:nvSpPr>
        <p:spPr>
          <a:xfrm flipH="1" rot="1350516">
            <a:off x="243823" y="4330593"/>
            <a:ext cx="938817" cy="81224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" name="Google Shape;214;p6"/>
          <p:cNvGrpSpPr/>
          <p:nvPr/>
        </p:nvGrpSpPr>
        <p:grpSpPr>
          <a:xfrm>
            <a:off x="8753575" y="-2206675"/>
            <a:ext cx="1224300" cy="5046300"/>
            <a:chOff x="8523125" y="-1897925"/>
            <a:chExt cx="1224300" cy="5046300"/>
          </a:xfrm>
        </p:grpSpPr>
        <p:sp>
          <p:nvSpPr>
            <p:cNvPr id="215" name="Google Shape;215;p6"/>
            <p:cNvSpPr/>
            <p:nvPr/>
          </p:nvSpPr>
          <p:spPr>
            <a:xfrm flipH="1" rot="5400000">
              <a:off x="6612125" y="13075"/>
              <a:ext cx="5046300" cy="12243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6"/>
            <p:cNvSpPr/>
            <p:nvPr/>
          </p:nvSpPr>
          <p:spPr>
            <a:xfrm flipH="1" rot="5400000">
              <a:off x="8699111" y="1166048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6"/>
            <p:cNvSpPr/>
            <p:nvPr/>
          </p:nvSpPr>
          <p:spPr>
            <a:xfrm flipH="1" rot="5400000">
              <a:off x="8682586" y="1768823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6"/>
            <p:cNvSpPr/>
            <p:nvPr/>
          </p:nvSpPr>
          <p:spPr>
            <a:xfrm flipH="1" rot="5400000">
              <a:off x="8481446" y="2349058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219" name="Google Shape;219;p6"/>
            <p:cNvSpPr/>
            <p:nvPr/>
          </p:nvSpPr>
          <p:spPr>
            <a:xfrm flipH="1" rot="5400000">
              <a:off x="8682573" y="89837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6"/>
            <p:cNvSpPr/>
            <p:nvPr/>
          </p:nvSpPr>
          <p:spPr>
            <a:xfrm flipH="1" rot="5400000">
              <a:off x="8775311" y="55948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7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223" name="Google Shape;223;p7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7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7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7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7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7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7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7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" name="Google Shape;231;p7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" name="Google Shape;232;p7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3" name="Google Shape;233;p7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" name="Google Shape;234;p7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5" name="Google Shape;235;p7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" name="Google Shape;236;p7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7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7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" name="Google Shape;239;p7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7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7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7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7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7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7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6" name="Google Shape;246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7" name="Google Shape;247;p7"/>
          <p:cNvSpPr txBox="1"/>
          <p:nvPr>
            <p:ph idx="1" type="subTitle"/>
          </p:nvPr>
        </p:nvSpPr>
        <p:spPr>
          <a:xfrm>
            <a:off x="2424600" y="1839000"/>
            <a:ext cx="4294800" cy="19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48" name="Google Shape;248;p7"/>
          <p:cNvGrpSpPr/>
          <p:nvPr/>
        </p:nvGrpSpPr>
        <p:grpSpPr>
          <a:xfrm flipH="1">
            <a:off x="3779056" y="-1351212"/>
            <a:ext cx="5998063" cy="7408413"/>
            <a:chOff x="-519750" y="-1351212"/>
            <a:chExt cx="5998063" cy="7408413"/>
          </a:xfrm>
        </p:grpSpPr>
        <p:sp>
          <p:nvSpPr>
            <p:cNvPr id="249" name="Google Shape;249;p7"/>
            <p:cNvSpPr/>
            <p:nvPr/>
          </p:nvSpPr>
          <p:spPr>
            <a:xfrm>
              <a:off x="3852013" y="-135121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-519750" y="460400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1" name="Google Shape;251;p7"/>
          <p:cNvGrpSpPr/>
          <p:nvPr/>
        </p:nvGrpSpPr>
        <p:grpSpPr>
          <a:xfrm>
            <a:off x="-801126" y="4604000"/>
            <a:ext cx="5948400" cy="1443000"/>
            <a:chOff x="-877326" y="4604000"/>
            <a:chExt cx="5948400" cy="1443000"/>
          </a:xfrm>
        </p:grpSpPr>
        <p:sp>
          <p:nvSpPr>
            <p:cNvPr id="252" name="Google Shape;252;p7"/>
            <p:cNvSpPr/>
            <p:nvPr/>
          </p:nvSpPr>
          <p:spPr>
            <a:xfrm flipH="1">
              <a:off x="-877326" y="4604000"/>
              <a:ext cx="5948400" cy="1443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7"/>
            <p:cNvSpPr/>
            <p:nvPr/>
          </p:nvSpPr>
          <p:spPr>
            <a:xfrm flipH="1">
              <a:off x="2990613" y="47972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254" name="Google Shape;254;p7"/>
            <p:cNvSpPr/>
            <p:nvPr/>
          </p:nvSpPr>
          <p:spPr>
            <a:xfrm flipH="1">
              <a:off x="4003069" y="4861725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" name="Google Shape;255;p7"/>
            <p:cNvSpPr/>
            <p:nvPr/>
          </p:nvSpPr>
          <p:spPr>
            <a:xfrm flipH="1">
              <a:off x="2033631" y="4721025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" name="Google Shape;256;p7"/>
            <p:cNvSpPr/>
            <p:nvPr/>
          </p:nvSpPr>
          <p:spPr>
            <a:xfrm flipH="1">
              <a:off x="2644944" y="497001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 flipH="1">
              <a:off x="1671319" y="4771125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" name="Google Shape;258;p7"/>
            <p:cNvSpPr/>
            <p:nvPr/>
          </p:nvSpPr>
          <p:spPr>
            <a:xfrm flipH="1">
              <a:off x="508726" y="47972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</p:grpSp>
      <p:grpSp>
        <p:nvGrpSpPr>
          <p:cNvPr id="259" name="Google Shape;259;p7"/>
          <p:cNvGrpSpPr/>
          <p:nvPr/>
        </p:nvGrpSpPr>
        <p:grpSpPr>
          <a:xfrm>
            <a:off x="-645441" y="539502"/>
            <a:ext cx="10570591" cy="2909666"/>
            <a:chOff x="-721641" y="539502"/>
            <a:chExt cx="10570591" cy="2909666"/>
          </a:xfrm>
        </p:grpSpPr>
        <p:sp>
          <p:nvSpPr>
            <p:cNvPr id="260" name="Google Shape;260;p7"/>
            <p:cNvSpPr/>
            <p:nvPr/>
          </p:nvSpPr>
          <p:spPr>
            <a:xfrm flipH="1" rot="2452041">
              <a:off x="8758748" y="747735"/>
              <a:ext cx="939004" cy="812034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" name="Google Shape;261;p7"/>
            <p:cNvSpPr/>
            <p:nvPr/>
          </p:nvSpPr>
          <p:spPr>
            <a:xfrm flipH="1" rot="-1478454">
              <a:off x="-595045" y="2478412"/>
              <a:ext cx="939007" cy="812011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p8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264" name="Google Shape;264;p8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5" name="Google Shape;265;p8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6" name="Google Shape;266;p8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8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8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8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8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8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8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8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8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8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8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8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8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8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8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8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2" name="Google Shape;282;p8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3" name="Google Shape;283;p8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4" name="Google Shape;284;p8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5" name="Google Shape;285;p8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" name="Google Shape;286;p8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7" name="Google Shape;287;p8"/>
          <p:cNvSpPr txBox="1"/>
          <p:nvPr>
            <p:ph type="title"/>
          </p:nvPr>
        </p:nvSpPr>
        <p:spPr>
          <a:xfrm>
            <a:off x="2478000" y="1552500"/>
            <a:ext cx="4188000" cy="20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88" name="Google Shape;288;p8"/>
          <p:cNvGrpSpPr/>
          <p:nvPr/>
        </p:nvGrpSpPr>
        <p:grpSpPr>
          <a:xfrm>
            <a:off x="-519750" y="-741612"/>
            <a:ext cx="10369825" cy="6798813"/>
            <a:chOff x="-519750" y="-741612"/>
            <a:chExt cx="10369825" cy="6798813"/>
          </a:xfrm>
        </p:grpSpPr>
        <p:sp>
          <p:nvSpPr>
            <p:cNvPr id="289" name="Google Shape;289;p8"/>
            <p:cNvSpPr/>
            <p:nvPr/>
          </p:nvSpPr>
          <p:spPr>
            <a:xfrm>
              <a:off x="8223775" y="-74161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-519750" y="460400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1" name="Google Shape;291;p8"/>
          <p:cNvGrpSpPr/>
          <p:nvPr/>
        </p:nvGrpSpPr>
        <p:grpSpPr>
          <a:xfrm>
            <a:off x="-4756678" y="-1087025"/>
            <a:ext cx="8220278" cy="2682675"/>
            <a:chOff x="-4756678" y="-1087025"/>
            <a:chExt cx="8220278" cy="2682675"/>
          </a:xfrm>
        </p:grpSpPr>
        <p:sp>
          <p:nvSpPr>
            <p:cNvPr id="292" name="Google Shape;292;p8"/>
            <p:cNvSpPr/>
            <p:nvPr/>
          </p:nvSpPr>
          <p:spPr>
            <a:xfrm rot="10800000">
              <a:off x="-470025" y="783550"/>
              <a:ext cx="939000" cy="8121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-4756678" y="-1087025"/>
              <a:ext cx="7917900" cy="1920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2734300" y="-426750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2038650" y="189700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1592000" y="314200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194125" y="143399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1298000" y="539488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9" name="Google Shape;299;p8"/>
          <p:cNvGrpSpPr/>
          <p:nvPr/>
        </p:nvGrpSpPr>
        <p:grpSpPr>
          <a:xfrm>
            <a:off x="5224575" y="3680900"/>
            <a:ext cx="8332272" cy="2641425"/>
            <a:chOff x="5224575" y="3680900"/>
            <a:chExt cx="8332272" cy="2641425"/>
          </a:xfrm>
        </p:grpSpPr>
        <p:sp>
          <p:nvSpPr>
            <p:cNvPr id="300" name="Google Shape;300;p8"/>
            <p:cNvSpPr/>
            <p:nvPr/>
          </p:nvSpPr>
          <p:spPr>
            <a:xfrm>
              <a:off x="8699850" y="3680900"/>
              <a:ext cx="939000" cy="8121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5638947" y="4401425"/>
              <a:ext cx="7917900" cy="1920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6552925" y="46964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5224575" y="4768625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8080975" y="4696425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7627800" y="4986088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8758950" y="4696425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9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309" name="Google Shape;309;p9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0" name="Google Shape;310;p9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1" name="Google Shape;311;p9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2" name="Google Shape;312;p9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3" name="Google Shape;313;p9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4" name="Google Shape;314;p9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5" name="Google Shape;315;p9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6" name="Google Shape;316;p9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9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9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9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9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9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9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9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9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9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9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9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9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9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9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9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2" name="Google Shape;332;p9"/>
          <p:cNvSpPr txBox="1"/>
          <p:nvPr>
            <p:ph type="title"/>
          </p:nvPr>
        </p:nvSpPr>
        <p:spPr>
          <a:xfrm>
            <a:off x="2135550" y="1505638"/>
            <a:ext cx="4872900" cy="11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3" name="Google Shape;333;p9"/>
          <p:cNvSpPr txBox="1"/>
          <p:nvPr>
            <p:ph idx="1" type="subTitle"/>
          </p:nvPr>
        </p:nvSpPr>
        <p:spPr>
          <a:xfrm>
            <a:off x="2135550" y="3039063"/>
            <a:ext cx="48729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34" name="Google Shape;334;p9"/>
          <p:cNvGrpSpPr/>
          <p:nvPr/>
        </p:nvGrpSpPr>
        <p:grpSpPr>
          <a:xfrm>
            <a:off x="1466275" y="-1086512"/>
            <a:ext cx="5994350" cy="7143713"/>
            <a:chOff x="1466275" y="-1086512"/>
            <a:chExt cx="5994350" cy="7143713"/>
          </a:xfrm>
        </p:grpSpPr>
        <p:sp>
          <p:nvSpPr>
            <p:cNvPr id="335" name="Google Shape;335;p9"/>
            <p:cNvSpPr/>
            <p:nvPr/>
          </p:nvSpPr>
          <p:spPr>
            <a:xfrm>
              <a:off x="5834325" y="-108651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1466275" y="460400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37" name="Google Shape;337;p9"/>
          <p:cNvGrpSpPr/>
          <p:nvPr/>
        </p:nvGrpSpPr>
        <p:grpSpPr>
          <a:xfrm>
            <a:off x="-828439" y="-4951898"/>
            <a:ext cx="2410075" cy="8322312"/>
            <a:chOff x="-828439" y="-4951898"/>
            <a:chExt cx="2410075" cy="8322312"/>
          </a:xfrm>
        </p:grpSpPr>
        <p:sp>
          <p:nvSpPr>
            <p:cNvPr id="338" name="Google Shape;338;p9"/>
            <p:cNvSpPr/>
            <p:nvPr/>
          </p:nvSpPr>
          <p:spPr>
            <a:xfrm rot="-5400000">
              <a:off x="-3826939" y="-1953398"/>
              <a:ext cx="7917900" cy="1920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9" name="Google Shape;339;p9"/>
            <p:cNvSpPr/>
            <p:nvPr/>
          </p:nvSpPr>
          <p:spPr>
            <a:xfrm rot="-5400000">
              <a:off x="852336" y="383223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0" name="Google Shape;340;p9"/>
            <p:cNvSpPr/>
            <p:nvPr/>
          </p:nvSpPr>
          <p:spPr>
            <a:xfrm rot="-5400000">
              <a:off x="448286" y="33423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1" name="Google Shape;341;p9"/>
            <p:cNvSpPr/>
            <p:nvPr/>
          </p:nvSpPr>
          <p:spPr>
            <a:xfrm rot="-5400000">
              <a:off x="614811" y="1073723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2" name="Google Shape;342;p9"/>
            <p:cNvSpPr/>
            <p:nvPr/>
          </p:nvSpPr>
          <p:spPr>
            <a:xfrm rot="-5400000">
              <a:off x="68945" y="1681883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343" name="Google Shape;343;p9"/>
            <p:cNvSpPr/>
            <p:nvPr/>
          </p:nvSpPr>
          <p:spPr>
            <a:xfrm rot="-5400000">
              <a:off x="513998" y="69747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4" name="Google Shape;344;p9"/>
            <p:cNvSpPr/>
            <p:nvPr/>
          </p:nvSpPr>
          <p:spPr>
            <a:xfrm rot="-1350516">
              <a:off x="195782" y="2409443"/>
              <a:ext cx="938817" cy="81224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5" name="Google Shape;345;p9"/>
          <p:cNvGrpSpPr/>
          <p:nvPr/>
        </p:nvGrpSpPr>
        <p:grpSpPr>
          <a:xfrm>
            <a:off x="7614936" y="1695852"/>
            <a:ext cx="2410075" cy="8322312"/>
            <a:chOff x="7614936" y="1695852"/>
            <a:chExt cx="2410075" cy="8322312"/>
          </a:xfrm>
        </p:grpSpPr>
        <p:sp>
          <p:nvSpPr>
            <p:cNvPr id="346" name="Google Shape;346;p9"/>
            <p:cNvSpPr/>
            <p:nvPr/>
          </p:nvSpPr>
          <p:spPr>
            <a:xfrm rot="5400000">
              <a:off x="5105611" y="5098763"/>
              <a:ext cx="7917900" cy="1920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7" name="Google Shape;347;p9"/>
            <p:cNvSpPr/>
            <p:nvPr/>
          </p:nvSpPr>
          <p:spPr>
            <a:xfrm rot="5400000">
              <a:off x="7614936" y="3953741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8" name="Google Shape;348;p9"/>
            <p:cNvSpPr/>
            <p:nvPr/>
          </p:nvSpPr>
          <p:spPr>
            <a:xfrm rot="5400000">
              <a:off x="8398486" y="4683041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9" name="Google Shape;349;p9"/>
            <p:cNvSpPr/>
            <p:nvPr/>
          </p:nvSpPr>
          <p:spPr>
            <a:xfrm rot="5400000">
              <a:off x="8480961" y="3891741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0" name="Google Shape;350;p9"/>
            <p:cNvSpPr/>
            <p:nvPr/>
          </p:nvSpPr>
          <p:spPr>
            <a:xfrm rot="5400000">
              <a:off x="8248721" y="3171556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351" name="Google Shape;351;p9"/>
            <p:cNvSpPr/>
            <p:nvPr/>
          </p:nvSpPr>
          <p:spPr>
            <a:xfrm rot="5400000">
              <a:off x="8581773" y="4267991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2" name="Google Shape;352;p9"/>
            <p:cNvSpPr/>
            <p:nvPr/>
          </p:nvSpPr>
          <p:spPr>
            <a:xfrm rot="9449484">
              <a:off x="8061973" y="1844582"/>
              <a:ext cx="938817" cy="81224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0"/>
          <p:cNvSpPr/>
          <p:nvPr>
            <p:ph idx="2" type="pic"/>
          </p:nvPr>
        </p:nvSpPr>
        <p:spPr>
          <a:xfrm>
            <a:off x="-3301" y="0"/>
            <a:ext cx="9150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10"/>
          <p:cNvSpPr txBox="1"/>
          <p:nvPr>
            <p:ph type="title"/>
          </p:nvPr>
        </p:nvSpPr>
        <p:spPr>
          <a:xfrm>
            <a:off x="2192900" y="4096150"/>
            <a:ext cx="4758300" cy="4911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11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358" name="Google Shape;358;p11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9" name="Google Shape;359;p11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0" name="Google Shape;360;p11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1" name="Google Shape;361;p11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2" name="Google Shape;362;p11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3" name="Google Shape;363;p11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4" name="Google Shape;364;p11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5" name="Google Shape;365;p11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6" name="Google Shape;366;p11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" name="Google Shape;367;p11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8" name="Google Shape;368;p11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9" name="Google Shape;369;p11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0" name="Google Shape;370;p11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1" name="Google Shape;371;p11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" name="Google Shape;372;p11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11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11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11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1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11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11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11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11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1" name="Google Shape;381;p11"/>
          <p:cNvSpPr txBox="1"/>
          <p:nvPr>
            <p:ph hasCustomPrompt="1" type="title"/>
          </p:nvPr>
        </p:nvSpPr>
        <p:spPr>
          <a:xfrm>
            <a:off x="1735800" y="1776575"/>
            <a:ext cx="5672400" cy="109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2" name="Google Shape;382;p11"/>
          <p:cNvSpPr txBox="1"/>
          <p:nvPr>
            <p:ph idx="1" type="subTitle"/>
          </p:nvPr>
        </p:nvSpPr>
        <p:spPr>
          <a:xfrm>
            <a:off x="1735800" y="2869825"/>
            <a:ext cx="56724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/>
        </p:txBody>
      </p:sp>
      <p:grpSp>
        <p:nvGrpSpPr>
          <p:cNvPr id="383" name="Google Shape;383;p11"/>
          <p:cNvGrpSpPr/>
          <p:nvPr/>
        </p:nvGrpSpPr>
        <p:grpSpPr>
          <a:xfrm flipH="1">
            <a:off x="-693076" y="-741612"/>
            <a:ext cx="10369825" cy="6798813"/>
            <a:chOff x="-519750" y="-741612"/>
            <a:chExt cx="10369825" cy="6798813"/>
          </a:xfrm>
        </p:grpSpPr>
        <p:sp>
          <p:nvSpPr>
            <p:cNvPr id="384" name="Google Shape;384;p11"/>
            <p:cNvSpPr/>
            <p:nvPr/>
          </p:nvSpPr>
          <p:spPr>
            <a:xfrm>
              <a:off x="8223775" y="-74161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5" name="Google Shape;385;p11"/>
            <p:cNvSpPr/>
            <p:nvPr/>
          </p:nvSpPr>
          <p:spPr>
            <a:xfrm>
              <a:off x="-519750" y="460400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6" name="Google Shape;386;p11"/>
          <p:cNvGrpSpPr/>
          <p:nvPr/>
        </p:nvGrpSpPr>
        <p:grpSpPr>
          <a:xfrm flipH="1">
            <a:off x="5693399" y="-1087025"/>
            <a:ext cx="8220278" cy="2682675"/>
            <a:chOff x="-4756678" y="-1087025"/>
            <a:chExt cx="8220278" cy="2682675"/>
          </a:xfrm>
        </p:grpSpPr>
        <p:sp>
          <p:nvSpPr>
            <p:cNvPr id="387" name="Google Shape;387;p11"/>
            <p:cNvSpPr/>
            <p:nvPr/>
          </p:nvSpPr>
          <p:spPr>
            <a:xfrm rot="10800000">
              <a:off x="-470025" y="783550"/>
              <a:ext cx="939000" cy="8121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8" name="Google Shape;388;p11"/>
            <p:cNvSpPr/>
            <p:nvPr/>
          </p:nvSpPr>
          <p:spPr>
            <a:xfrm>
              <a:off x="-4756678" y="-1087025"/>
              <a:ext cx="7917900" cy="1920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9" name="Google Shape;389;p11"/>
            <p:cNvSpPr/>
            <p:nvPr/>
          </p:nvSpPr>
          <p:spPr>
            <a:xfrm>
              <a:off x="2734300" y="-426750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0" name="Google Shape;390;p11"/>
            <p:cNvSpPr/>
            <p:nvPr/>
          </p:nvSpPr>
          <p:spPr>
            <a:xfrm>
              <a:off x="2038650" y="189700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1" name="Google Shape;391;p11"/>
            <p:cNvSpPr/>
            <p:nvPr/>
          </p:nvSpPr>
          <p:spPr>
            <a:xfrm>
              <a:off x="1592000" y="314200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2" name="Google Shape;392;p11"/>
            <p:cNvSpPr/>
            <p:nvPr/>
          </p:nvSpPr>
          <p:spPr>
            <a:xfrm>
              <a:off x="194125" y="143399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393" name="Google Shape;393;p11"/>
            <p:cNvSpPr/>
            <p:nvPr/>
          </p:nvSpPr>
          <p:spPr>
            <a:xfrm>
              <a:off x="1298000" y="539488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4" name="Google Shape;394;p11"/>
          <p:cNvGrpSpPr/>
          <p:nvPr/>
        </p:nvGrpSpPr>
        <p:grpSpPr>
          <a:xfrm flipH="1">
            <a:off x="-4399848" y="3680900"/>
            <a:ext cx="8332272" cy="2641425"/>
            <a:chOff x="5224575" y="3680900"/>
            <a:chExt cx="8332272" cy="2641425"/>
          </a:xfrm>
        </p:grpSpPr>
        <p:sp>
          <p:nvSpPr>
            <p:cNvPr id="395" name="Google Shape;395;p11"/>
            <p:cNvSpPr/>
            <p:nvPr/>
          </p:nvSpPr>
          <p:spPr>
            <a:xfrm>
              <a:off x="8699850" y="3680900"/>
              <a:ext cx="939000" cy="8121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6" name="Google Shape;396;p11"/>
            <p:cNvSpPr/>
            <p:nvPr/>
          </p:nvSpPr>
          <p:spPr>
            <a:xfrm>
              <a:off x="5638947" y="4401425"/>
              <a:ext cx="7917900" cy="1920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7" name="Google Shape;397;p11"/>
            <p:cNvSpPr/>
            <p:nvPr/>
          </p:nvSpPr>
          <p:spPr>
            <a:xfrm>
              <a:off x="6552925" y="46964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398" name="Google Shape;398;p11"/>
            <p:cNvSpPr/>
            <p:nvPr/>
          </p:nvSpPr>
          <p:spPr>
            <a:xfrm>
              <a:off x="5224575" y="4768625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9" name="Google Shape;399;p11"/>
            <p:cNvSpPr/>
            <p:nvPr/>
          </p:nvSpPr>
          <p:spPr>
            <a:xfrm>
              <a:off x="8080975" y="4696425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0" name="Google Shape;400;p11"/>
            <p:cNvSpPr/>
            <p:nvPr/>
          </p:nvSpPr>
          <p:spPr>
            <a:xfrm>
              <a:off x="7627800" y="4986088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1" name="Google Shape;401;p11"/>
            <p:cNvSpPr/>
            <p:nvPr/>
          </p:nvSpPr>
          <p:spPr>
            <a:xfrm>
              <a:off x="8758950" y="4696425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13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405" name="Google Shape;405;p13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13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13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13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3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13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13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13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3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13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13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13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13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13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13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13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13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2" name="Google Shape;422;p13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3" name="Google Shape;423;p13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" name="Google Shape;424;p13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5" name="Google Shape;425;p13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" name="Google Shape;426;p13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7" name="Google Shape;427;p13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8" name="Google Shape;428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9" name="Google Shape;429;p13"/>
          <p:cNvSpPr txBox="1"/>
          <p:nvPr>
            <p:ph idx="1" type="subTitle"/>
          </p:nvPr>
        </p:nvSpPr>
        <p:spPr>
          <a:xfrm>
            <a:off x="713225" y="2193177"/>
            <a:ext cx="2562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30" name="Google Shape;430;p13"/>
          <p:cNvSpPr txBox="1"/>
          <p:nvPr>
            <p:ph idx="2" type="subTitle"/>
          </p:nvPr>
        </p:nvSpPr>
        <p:spPr>
          <a:xfrm>
            <a:off x="3290499" y="2193177"/>
            <a:ext cx="2562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31" name="Google Shape;431;p13"/>
          <p:cNvSpPr txBox="1"/>
          <p:nvPr>
            <p:ph idx="3" type="subTitle"/>
          </p:nvPr>
        </p:nvSpPr>
        <p:spPr>
          <a:xfrm>
            <a:off x="713225" y="3626575"/>
            <a:ext cx="2562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32" name="Google Shape;432;p13"/>
          <p:cNvSpPr txBox="1"/>
          <p:nvPr>
            <p:ph idx="4" type="subTitle"/>
          </p:nvPr>
        </p:nvSpPr>
        <p:spPr>
          <a:xfrm>
            <a:off x="3290499" y="3626575"/>
            <a:ext cx="2562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33" name="Google Shape;433;p13"/>
          <p:cNvSpPr txBox="1"/>
          <p:nvPr>
            <p:ph idx="5" type="subTitle"/>
          </p:nvPr>
        </p:nvSpPr>
        <p:spPr>
          <a:xfrm>
            <a:off x="5867776" y="2193177"/>
            <a:ext cx="2562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34" name="Google Shape;434;p13"/>
          <p:cNvSpPr txBox="1"/>
          <p:nvPr>
            <p:ph idx="6" type="subTitle"/>
          </p:nvPr>
        </p:nvSpPr>
        <p:spPr>
          <a:xfrm>
            <a:off x="5867776" y="3626575"/>
            <a:ext cx="2562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35" name="Google Shape;435;p13"/>
          <p:cNvSpPr txBox="1"/>
          <p:nvPr>
            <p:ph hasCustomPrompt="1" idx="7" type="title"/>
          </p:nvPr>
        </p:nvSpPr>
        <p:spPr>
          <a:xfrm>
            <a:off x="1586225" y="1448275"/>
            <a:ext cx="8169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6" name="Google Shape;436;p13"/>
          <p:cNvSpPr txBox="1"/>
          <p:nvPr>
            <p:ph hasCustomPrompt="1" idx="8" type="title"/>
          </p:nvPr>
        </p:nvSpPr>
        <p:spPr>
          <a:xfrm>
            <a:off x="1586225" y="2881704"/>
            <a:ext cx="8169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7" name="Google Shape;437;p13"/>
          <p:cNvSpPr txBox="1"/>
          <p:nvPr>
            <p:ph hasCustomPrompt="1" idx="9" type="title"/>
          </p:nvPr>
        </p:nvSpPr>
        <p:spPr>
          <a:xfrm>
            <a:off x="4163499" y="1448275"/>
            <a:ext cx="8169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8" name="Google Shape;438;p13"/>
          <p:cNvSpPr txBox="1"/>
          <p:nvPr>
            <p:ph hasCustomPrompt="1" idx="13" type="title"/>
          </p:nvPr>
        </p:nvSpPr>
        <p:spPr>
          <a:xfrm>
            <a:off x="4163499" y="2881704"/>
            <a:ext cx="8169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9" name="Google Shape;439;p13"/>
          <p:cNvSpPr txBox="1"/>
          <p:nvPr>
            <p:ph hasCustomPrompt="1" idx="14" type="title"/>
          </p:nvPr>
        </p:nvSpPr>
        <p:spPr>
          <a:xfrm>
            <a:off x="6781876" y="1448272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0" name="Google Shape;440;p13"/>
          <p:cNvSpPr txBox="1"/>
          <p:nvPr>
            <p:ph hasCustomPrompt="1" idx="15" type="title"/>
          </p:nvPr>
        </p:nvSpPr>
        <p:spPr>
          <a:xfrm>
            <a:off x="6781876" y="28817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1" name="Google Shape;441;p13"/>
          <p:cNvSpPr txBox="1"/>
          <p:nvPr>
            <p:ph idx="16" type="subTitle"/>
          </p:nvPr>
        </p:nvSpPr>
        <p:spPr>
          <a:xfrm>
            <a:off x="713225" y="1904177"/>
            <a:ext cx="25629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2" name="Google Shape;442;p13"/>
          <p:cNvSpPr txBox="1"/>
          <p:nvPr>
            <p:ph idx="17" type="subTitle"/>
          </p:nvPr>
        </p:nvSpPr>
        <p:spPr>
          <a:xfrm>
            <a:off x="3290499" y="1904177"/>
            <a:ext cx="25629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3" name="Google Shape;443;p13"/>
          <p:cNvSpPr txBox="1"/>
          <p:nvPr>
            <p:ph idx="18" type="subTitle"/>
          </p:nvPr>
        </p:nvSpPr>
        <p:spPr>
          <a:xfrm>
            <a:off x="5867776" y="1904177"/>
            <a:ext cx="25629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4" name="Google Shape;444;p13"/>
          <p:cNvSpPr txBox="1"/>
          <p:nvPr>
            <p:ph idx="19" type="subTitle"/>
          </p:nvPr>
        </p:nvSpPr>
        <p:spPr>
          <a:xfrm>
            <a:off x="713225" y="3337650"/>
            <a:ext cx="25629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5" name="Google Shape;445;p13"/>
          <p:cNvSpPr txBox="1"/>
          <p:nvPr>
            <p:ph idx="20" type="subTitle"/>
          </p:nvPr>
        </p:nvSpPr>
        <p:spPr>
          <a:xfrm>
            <a:off x="3290499" y="3337650"/>
            <a:ext cx="25629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6" name="Google Shape;446;p13"/>
          <p:cNvSpPr txBox="1"/>
          <p:nvPr>
            <p:ph idx="21" type="subTitle"/>
          </p:nvPr>
        </p:nvSpPr>
        <p:spPr>
          <a:xfrm>
            <a:off x="5867776" y="3337650"/>
            <a:ext cx="25629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447" name="Google Shape;447;p13"/>
          <p:cNvGrpSpPr/>
          <p:nvPr/>
        </p:nvGrpSpPr>
        <p:grpSpPr>
          <a:xfrm flipH="1">
            <a:off x="-668906" y="-741612"/>
            <a:ext cx="10369825" cy="6798813"/>
            <a:chOff x="-519750" y="-741612"/>
            <a:chExt cx="10369825" cy="6798813"/>
          </a:xfrm>
        </p:grpSpPr>
        <p:sp>
          <p:nvSpPr>
            <p:cNvPr id="448" name="Google Shape;448;p13"/>
            <p:cNvSpPr/>
            <p:nvPr/>
          </p:nvSpPr>
          <p:spPr>
            <a:xfrm>
              <a:off x="8223775" y="-74161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-519750" y="460400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13"/>
          <p:cNvGrpSpPr/>
          <p:nvPr/>
        </p:nvGrpSpPr>
        <p:grpSpPr>
          <a:xfrm>
            <a:off x="-877326" y="4604000"/>
            <a:ext cx="5948400" cy="1443000"/>
            <a:chOff x="-877326" y="4604000"/>
            <a:chExt cx="5948400" cy="1443000"/>
          </a:xfrm>
        </p:grpSpPr>
        <p:sp>
          <p:nvSpPr>
            <p:cNvPr id="451" name="Google Shape;451;p13"/>
            <p:cNvSpPr/>
            <p:nvPr/>
          </p:nvSpPr>
          <p:spPr>
            <a:xfrm flipH="1">
              <a:off x="-877326" y="4604000"/>
              <a:ext cx="5948400" cy="1443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2" name="Google Shape;452;p13"/>
            <p:cNvSpPr/>
            <p:nvPr/>
          </p:nvSpPr>
          <p:spPr>
            <a:xfrm flipH="1">
              <a:off x="2990613" y="47972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453" name="Google Shape;453;p13"/>
            <p:cNvSpPr/>
            <p:nvPr/>
          </p:nvSpPr>
          <p:spPr>
            <a:xfrm flipH="1">
              <a:off x="4003069" y="4861725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4" name="Google Shape;454;p13"/>
            <p:cNvSpPr/>
            <p:nvPr/>
          </p:nvSpPr>
          <p:spPr>
            <a:xfrm flipH="1">
              <a:off x="2033631" y="4721025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5" name="Google Shape;455;p13"/>
            <p:cNvSpPr/>
            <p:nvPr/>
          </p:nvSpPr>
          <p:spPr>
            <a:xfrm flipH="1">
              <a:off x="2644944" y="497001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6" name="Google Shape;456;p13"/>
            <p:cNvSpPr/>
            <p:nvPr/>
          </p:nvSpPr>
          <p:spPr>
            <a:xfrm flipH="1">
              <a:off x="1671319" y="4771125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7" name="Google Shape;457;p13"/>
            <p:cNvSpPr/>
            <p:nvPr/>
          </p:nvSpPr>
          <p:spPr>
            <a:xfrm flipH="1">
              <a:off x="508726" y="47972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</p:grpSp>
      <p:grpSp>
        <p:nvGrpSpPr>
          <p:cNvPr id="458" name="Google Shape;458;p13"/>
          <p:cNvGrpSpPr/>
          <p:nvPr/>
        </p:nvGrpSpPr>
        <p:grpSpPr>
          <a:xfrm>
            <a:off x="-550641" y="539502"/>
            <a:ext cx="10399591" cy="4322141"/>
            <a:chOff x="-550641" y="539502"/>
            <a:chExt cx="10399591" cy="4322141"/>
          </a:xfrm>
        </p:grpSpPr>
        <p:sp>
          <p:nvSpPr>
            <p:cNvPr id="459" name="Google Shape;459;p13"/>
            <p:cNvSpPr/>
            <p:nvPr/>
          </p:nvSpPr>
          <p:spPr>
            <a:xfrm flipH="1" rot="2452041">
              <a:off x="8758748" y="747735"/>
              <a:ext cx="939004" cy="812034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60" name="Google Shape;460;p13"/>
            <p:cNvSpPr/>
            <p:nvPr/>
          </p:nvSpPr>
          <p:spPr>
            <a:xfrm flipH="1" rot="-1478454">
              <a:off x="-424045" y="3890887"/>
              <a:ext cx="939007" cy="812011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14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463" name="Google Shape;463;p14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" name="Google Shape;464;p14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5" name="Google Shape;465;p14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" name="Google Shape;466;p14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7" name="Google Shape;467;p14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8" name="Google Shape;468;p14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9" name="Google Shape;469;p14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0" name="Google Shape;470;p14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" name="Google Shape;471;p14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" name="Google Shape;472;p14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3" name="Google Shape;473;p14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4" name="Google Shape;474;p14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5" name="Google Shape;475;p14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6" name="Google Shape;476;p14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7" name="Google Shape;477;p14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8" name="Google Shape;478;p14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9" name="Google Shape;479;p14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0" name="Google Shape;480;p14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" name="Google Shape;481;p14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14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14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14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14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86" name="Google Shape;486;p14"/>
          <p:cNvSpPr txBox="1"/>
          <p:nvPr>
            <p:ph type="title"/>
          </p:nvPr>
        </p:nvSpPr>
        <p:spPr>
          <a:xfrm>
            <a:off x="1653450" y="3363300"/>
            <a:ext cx="58371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7" name="Google Shape;487;p14"/>
          <p:cNvSpPr txBox="1"/>
          <p:nvPr>
            <p:ph idx="1" type="subTitle"/>
          </p:nvPr>
        </p:nvSpPr>
        <p:spPr>
          <a:xfrm>
            <a:off x="1653450" y="1248300"/>
            <a:ext cx="5837100" cy="211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488" name="Google Shape;488;p14"/>
          <p:cNvGrpSpPr/>
          <p:nvPr/>
        </p:nvGrpSpPr>
        <p:grpSpPr>
          <a:xfrm>
            <a:off x="-922550" y="-237460"/>
            <a:ext cx="10609700" cy="6467463"/>
            <a:chOff x="-922550" y="-237460"/>
            <a:chExt cx="10609700" cy="6467463"/>
          </a:xfrm>
        </p:grpSpPr>
        <p:sp>
          <p:nvSpPr>
            <p:cNvPr id="489" name="Google Shape;489;p14"/>
            <p:cNvSpPr/>
            <p:nvPr/>
          </p:nvSpPr>
          <p:spPr>
            <a:xfrm flipH="1" rot="10800000">
              <a:off x="8060850" y="460400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90" name="Google Shape;490;p14"/>
            <p:cNvSpPr/>
            <p:nvPr/>
          </p:nvSpPr>
          <p:spPr>
            <a:xfrm flipH="1" rot="10800000">
              <a:off x="-922550" y="-23746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91" name="Google Shape;491;p14"/>
          <p:cNvSpPr/>
          <p:nvPr/>
        </p:nvSpPr>
        <p:spPr>
          <a:xfrm flipH="1" rot="1350516">
            <a:off x="243823" y="4330593"/>
            <a:ext cx="938817" cy="81224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92" name="Google Shape;492;p14"/>
          <p:cNvGrpSpPr/>
          <p:nvPr/>
        </p:nvGrpSpPr>
        <p:grpSpPr>
          <a:xfrm>
            <a:off x="7733161" y="-3510025"/>
            <a:ext cx="2049576" cy="6594000"/>
            <a:chOff x="7733161" y="-3510025"/>
            <a:chExt cx="2049576" cy="6594000"/>
          </a:xfrm>
        </p:grpSpPr>
        <p:sp>
          <p:nvSpPr>
            <p:cNvPr id="493" name="Google Shape;493;p14"/>
            <p:cNvSpPr/>
            <p:nvPr/>
          </p:nvSpPr>
          <p:spPr>
            <a:xfrm flipH="1" rot="5400000">
              <a:off x="5685937" y="-1012825"/>
              <a:ext cx="6594000" cy="15996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94" name="Google Shape;494;p14"/>
            <p:cNvSpPr/>
            <p:nvPr/>
          </p:nvSpPr>
          <p:spPr>
            <a:xfrm flipH="1" rot="5400000">
              <a:off x="7733161" y="-482302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95" name="Google Shape;495;p14"/>
            <p:cNvSpPr/>
            <p:nvPr/>
          </p:nvSpPr>
          <p:spPr>
            <a:xfrm flipH="1" rot="5400000">
              <a:off x="8699111" y="1166048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96" name="Google Shape;496;p14"/>
            <p:cNvSpPr/>
            <p:nvPr/>
          </p:nvSpPr>
          <p:spPr>
            <a:xfrm flipH="1" rot="5400000">
              <a:off x="8682586" y="1768823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97" name="Google Shape;497;p14"/>
            <p:cNvSpPr/>
            <p:nvPr/>
          </p:nvSpPr>
          <p:spPr>
            <a:xfrm flipH="1" rot="5400000">
              <a:off x="8481446" y="2349058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498" name="Google Shape;498;p14"/>
            <p:cNvSpPr/>
            <p:nvPr/>
          </p:nvSpPr>
          <p:spPr>
            <a:xfrm flipH="1" rot="5400000">
              <a:off x="8682573" y="89837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99" name="Google Shape;499;p14"/>
            <p:cNvSpPr/>
            <p:nvPr/>
          </p:nvSpPr>
          <p:spPr>
            <a:xfrm flipH="1" rot="5400000">
              <a:off x="8775311" y="55948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oogle Shape;501;p15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502" name="Google Shape;502;p15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3" name="Google Shape;503;p15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4" name="Google Shape;504;p15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5" name="Google Shape;505;p15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6" name="Google Shape;506;p15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15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15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15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15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15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15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15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15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5" name="Google Shape;515;p15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15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15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15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p15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15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15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2" name="Google Shape;522;p15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3" name="Google Shape;523;p15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4" name="Google Shape;524;p15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25" name="Google Shape;525;p15"/>
          <p:cNvGrpSpPr/>
          <p:nvPr/>
        </p:nvGrpSpPr>
        <p:grpSpPr>
          <a:xfrm flipH="1">
            <a:off x="-943981" y="-1001812"/>
            <a:ext cx="10979425" cy="4680088"/>
            <a:chOff x="-854275" y="-1001812"/>
            <a:chExt cx="10979425" cy="4680088"/>
          </a:xfrm>
        </p:grpSpPr>
        <p:sp>
          <p:nvSpPr>
            <p:cNvPr id="526" name="Google Shape;526;p15"/>
            <p:cNvSpPr/>
            <p:nvPr/>
          </p:nvSpPr>
          <p:spPr>
            <a:xfrm>
              <a:off x="8498850" y="-100181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7" name="Google Shape;527;p15"/>
            <p:cNvSpPr/>
            <p:nvPr/>
          </p:nvSpPr>
          <p:spPr>
            <a:xfrm>
              <a:off x="-854275" y="2225075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8" name="Google Shape;528;p15"/>
          <p:cNvGrpSpPr/>
          <p:nvPr/>
        </p:nvGrpSpPr>
        <p:grpSpPr>
          <a:xfrm>
            <a:off x="-1553851" y="4239350"/>
            <a:ext cx="5948400" cy="1807650"/>
            <a:chOff x="-1553851" y="4239350"/>
            <a:chExt cx="5948400" cy="1807650"/>
          </a:xfrm>
        </p:grpSpPr>
        <p:sp>
          <p:nvSpPr>
            <p:cNvPr id="529" name="Google Shape;529;p15"/>
            <p:cNvSpPr/>
            <p:nvPr/>
          </p:nvSpPr>
          <p:spPr>
            <a:xfrm flipH="1">
              <a:off x="-1553851" y="4604000"/>
              <a:ext cx="5948400" cy="1443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0" name="Google Shape;530;p15"/>
            <p:cNvSpPr/>
            <p:nvPr/>
          </p:nvSpPr>
          <p:spPr>
            <a:xfrm flipH="1">
              <a:off x="2990613" y="47972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531" name="Google Shape;531;p15"/>
            <p:cNvSpPr/>
            <p:nvPr/>
          </p:nvSpPr>
          <p:spPr>
            <a:xfrm flipH="1">
              <a:off x="-450006" y="4239350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2" name="Google Shape;532;p15"/>
            <p:cNvSpPr/>
            <p:nvPr/>
          </p:nvSpPr>
          <p:spPr>
            <a:xfrm flipH="1">
              <a:off x="2033631" y="4721025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3" name="Google Shape;533;p15"/>
            <p:cNvSpPr/>
            <p:nvPr/>
          </p:nvSpPr>
          <p:spPr>
            <a:xfrm flipH="1">
              <a:off x="2644944" y="497001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4" name="Google Shape;534;p15"/>
            <p:cNvSpPr/>
            <p:nvPr/>
          </p:nvSpPr>
          <p:spPr>
            <a:xfrm flipH="1">
              <a:off x="1671319" y="4771125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5" name="Google Shape;535;p15"/>
            <p:cNvSpPr/>
            <p:nvPr/>
          </p:nvSpPr>
          <p:spPr>
            <a:xfrm flipH="1">
              <a:off x="508726" y="47972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</p:grpSp>
      <p:sp>
        <p:nvSpPr>
          <p:cNvPr id="536" name="Google Shape;536;p15"/>
          <p:cNvSpPr/>
          <p:nvPr/>
        </p:nvSpPr>
        <p:spPr>
          <a:xfrm flipH="1" rot="2944031">
            <a:off x="7456097" y="4565717"/>
            <a:ext cx="939140" cy="811943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7" name="Google Shape;537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" name="Google Shape;539;p16"/>
          <p:cNvGrpSpPr/>
          <p:nvPr/>
        </p:nvGrpSpPr>
        <p:grpSpPr>
          <a:xfrm flipH="1" rot="10800000"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540" name="Google Shape;540;p16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16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16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16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16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16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6" name="Google Shape;546;p16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7" name="Google Shape;547;p16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" name="Google Shape;548;p16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9" name="Google Shape;549;p16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0" name="Google Shape;550;p16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1" name="Google Shape;551;p16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2" name="Google Shape;552;p16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3" name="Google Shape;553;p16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4" name="Google Shape;554;p16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5" name="Google Shape;555;p16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6" name="Google Shape;556;p16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Google Shape;557;p16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16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16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16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16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16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63" name="Google Shape;563;p16"/>
          <p:cNvGrpSpPr/>
          <p:nvPr/>
        </p:nvGrpSpPr>
        <p:grpSpPr>
          <a:xfrm flipH="1" rot="10800000">
            <a:off x="-922550" y="-1071625"/>
            <a:ext cx="10609700" cy="6467463"/>
            <a:chOff x="-922550" y="-237460"/>
            <a:chExt cx="10609700" cy="6467463"/>
          </a:xfrm>
        </p:grpSpPr>
        <p:sp>
          <p:nvSpPr>
            <p:cNvPr id="564" name="Google Shape;564;p16"/>
            <p:cNvSpPr/>
            <p:nvPr/>
          </p:nvSpPr>
          <p:spPr>
            <a:xfrm flipH="1" rot="10800000">
              <a:off x="8060850" y="460400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5" name="Google Shape;565;p16"/>
            <p:cNvSpPr/>
            <p:nvPr/>
          </p:nvSpPr>
          <p:spPr>
            <a:xfrm flipH="1" rot="10800000">
              <a:off x="-922550" y="-23746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66" name="Google Shape;566;p16"/>
          <p:cNvSpPr/>
          <p:nvPr/>
        </p:nvSpPr>
        <p:spPr>
          <a:xfrm rot="9449484">
            <a:off x="243823" y="15544"/>
            <a:ext cx="938817" cy="81224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67" name="Google Shape;567;p16"/>
          <p:cNvGrpSpPr/>
          <p:nvPr/>
        </p:nvGrpSpPr>
        <p:grpSpPr>
          <a:xfrm flipH="1" rot="10800000">
            <a:off x="7969811" y="1821652"/>
            <a:ext cx="2092251" cy="6594000"/>
            <a:chOff x="7969811" y="-3257275"/>
            <a:chExt cx="2092251" cy="6594000"/>
          </a:xfrm>
        </p:grpSpPr>
        <p:sp>
          <p:nvSpPr>
            <p:cNvPr id="568" name="Google Shape;568;p16"/>
            <p:cNvSpPr/>
            <p:nvPr/>
          </p:nvSpPr>
          <p:spPr>
            <a:xfrm flipH="1" rot="5400000">
              <a:off x="5965262" y="-760075"/>
              <a:ext cx="6594000" cy="15996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9" name="Google Shape;569;p16"/>
            <p:cNvSpPr/>
            <p:nvPr/>
          </p:nvSpPr>
          <p:spPr>
            <a:xfrm flipH="1" rot="5400000">
              <a:off x="7969811" y="-482302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70" name="Google Shape;570;p16"/>
            <p:cNvSpPr/>
            <p:nvPr/>
          </p:nvSpPr>
          <p:spPr>
            <a:xfrm flipH="1" rot="5400000">
              <a:off x="8699111" y="1166048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71" name="Google Shape;571;p16"/>
            <p:cNvSpPr/>
            <p:nvPr/>
          </p:nvSpPr>
          <p:spPr>
            <a:xfrm flipH="1" rot="5400000">
              <a:off x="8682586" y="1768823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72" name="Google Shape;572;p16"/>
            <p:cNvSpPr/>
            <p:nvPr/>
          </p:nvSpPr>
          <p:spPr>
            <a:xfrm flipH="1" rot="5400000">
              <a:off x="8481446" y="2349058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573" name="Google Shape;573;p16"/>
            <p:cNvSpPr/>
            <p:nvPr/>
          </p:nvSpPr>
          <p:spPr>
            <a:xfrm flipH="1" rot="5400000">
              <a:off x="8682573" y="89837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74" name="Google Shape;574;p16"/>
            <p:cNvSpPr/>
            <p:nvPr/>
          </p:nvSpPr>
          <p:spPr>
            <a:xfrm flipH="1" rot="5400000">
              <a:off x="8775311" y="55948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75" name="Google Shape;575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7" name="Google Shape;577;p17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578" name="Google Shape;578;p17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9" name="Google Shape;579;p17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17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17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17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17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17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17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17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17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17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17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17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17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17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17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17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5" name="Google Shape;595;p17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6" name="Google Shape;596;p17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7" name="Google Shape;597;p17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8" name="Google Shape;598;p17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9" name="Google Shape;599;p17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" name="Google Shape;600;p17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01" name="Google Shape;601;p17"/>
          <p:cNvSpPr txBox="1"/>
          <p:nvPr>
            <p:ph type="title"/>
          </p:nvPr>
        </p:nvSpPr>
        <p:spPr>
          <a:xfrm>
            <a:off x="4386963" y="1049325"/>
            <a:ext cx="3436800" cy="22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2" name="Google Shape;602;p17"/>
          <p:cNvSpPr txBox="1"/>
          <p:nvPr>
            <p:ph idx="1" type="subTitle"/>
          </p:nvPr>
        </p:nvSpPr>
        <p:spPr>
          <a:xfrm>
            <a:off x="4386963" y="3345375"/>
            <a:ext cx="3436800" cy="7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603" name="Google Shape;603;p17"/>
          <p:cNvGrpSpPr/>
          <p:nvPr/>
        </p:nvGrpSpPr>
        <p:grpSpPr>
          <a:xfrm flipH="1">
            <a:off x="-668906" y="-741612"/>
            <a:ext cx="10369825" cy="6798813"/>
            <a:chOff x="-519750" y="-741612"/>
            <a:chExt cx="10369825" cy="6798813"/>
          </a:xfrm>
        </p:grpSpPr>
        <p:sp>
          <p:nvSpPr>
            <p:cNvPr id="604" name="Google Shape;604;p17"/>
            <p:cNvSpPr/>
            <p:nvPr/>
          </p:nvSpPr>
          <p:spPr>
            <a:xfrm>
              <a:off x="8223775" y="-74161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-519750" y="460400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6" name="Google Shape;606;p17"/>
          <p:cNvGrpSpPr/>
          <p:nvPr/>
        </p:nvGrpSpPr>
        <p:grpSpPr>
          <a:xfrm>
            <a:off x="-877326" y="4604000"/>
            <a:ext cx="5948400" cy="1443000"/>
            <a:chOff x="-877326" y="4604000"/>
            <a:chExt cx="5948400" cy="1443000"/>
          </a:xfrm>
        </p:grpSpPr>
        <p:sp>
          <p:nvSpPr>
            <p:cNvPr id="607" name="Google Shape;607;p17"/>
            <p:cNvSpPr/>
            <p:nvPr/>
          </p:nvSpPr>
          <p:spPr>
            <a:xfrm flipH="1">
              <a:off x="-877326" y="4604000"/>
              <a:ext cx="5948400" cy="1443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 flipH="1">
              <a:off x="2990613" y="47972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609" name="Google Shape;609;p17"/>
            <p:cNvSpPr/>
            <p:nvPr/>
          </p:nvSpPr>
          <p:spPr>
            <a:xfrm flipH="1">
              <a:off x="4003069" y="4861725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10" name="Google Shape;610;p17"/>
            <p:cNvSpPr/>
            <p:nvPr/>
          </p:nvSpPr>
          <p:spPr>
            <a:xfrm flipH="1">
              <a:off x="2033631" y="4721025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11" name="Google Shape;611;p17"/>
            <p:cNvSpPr/>
            <p:nvPr/>
          </p:nvSpPr>
          <p:spPr>
            <a:xfrm flipH="1">
              <a:off x="2644944" y="497001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12" name="Google Shape;612;p17"/>
            <p:cNvSpPr/>
            <p:nvPr/>
          </p:nvSpPr>
          <p:spPr>
            <a:xfrm flipH="1">
              <a:off x="1671319" y="4771125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13" name="Google Shape;613;p17"/>
            <p:cNvSpPr/>
            <p:nvPr/>
          </p:nvSpPr>
          <p:spPr>
            <a:xfrm flipH="1">
              <a:off x="508726" y="47972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</p:grpSp>
      <p:grpSp>
        <p:nvGrpSpPr>
          <p:cNvPr id="614" name="Google Shape;614;p17"/>
          <p:cNvGrpSpPr/>
          <p:nvPr/>
        </p:nvGrpSpPr>
        <p:grpSpPr>
          <a:xfrm>
            <a:off x="-550641" y="539502"/>
            <a:ext cx="10399591" cy="4322141"/>
            <a:chOff x="-550641" y="539502"/>
            <a:chExt cx="10399591" cy="4322141"/>
          </a:xfrm>
        </p:grpSpPr>
        <p:sp>
          <p:nvSpPr>
            <p:cNvPr id="615" name="Google Shape;615;p17"/>
            <p:cNvSpPr/>
            <p:nvPr/>
          </p:nvSpPr>
          <p:spPr>
            <a:xfrm flipH="1" rot="2452041">
              <a:off x="8758748" y="747735"/>
              <a:ext cx="939004" cy="812034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16" name="Google Shape;616;p17"/>
            <p:cNvSpPr/>
            <p:nvPr/>
          </p:nvSpPr>
          <p:spPr>
            <a:xfrm flipH="1" rot="-1478454">
              <a:off x="-424045" y="3890887"/>
              <a:ext cx="939007" cy="812011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17" name="Google Shape;617;p17"/>
          <p:cNvSpPr/>
          <p:nvPr>
            <p:ph idx="2" type="pic"/>
          </p:nvPr>
        </p:nvSpPr>
        <p:spPr>
          <a:xfrm>
            <a:off x="1320238" y="926399"/>
            <a:ext cx="2751000" cy="329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" name="Google Shape;619;p18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620" name="Google Shape;620;p18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1" name="Google Shape;621;p18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2" name="Google Shape;622;p18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3" name="Google Shape;623;p18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4" name="Google Shape;624;p18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5" name="Google Shape;625;p18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6" name="Google Shape;626;p18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7" name="Google Shape;627;p18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8" name="Google Shape;628;p18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9" name="Google Shape;629;p18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0" name="Google Shape;630;p18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1" name="Google Shape;631;p18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2" name="Google Shape;632;p18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3" name="Google Shape;633;p18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4" name="Google Shape;634;p18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5" name="Google Shape;635;p18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6" name="Google Shape;636;p18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7" name="Google Shape;637;p18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8" name="Google Shape;638;p18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9" name="Google Shape;639;p18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0" name="Google Shape;640;p18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1" name="Google Shape;641;p18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" name="Google Shape;642;p18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43" name="Google Shape;643;p18"/>
          <p:cNvSpPr txBox="1"/>
          <p:nvPr>
            <p:ph type="title"/>
          </p:nvPr>
        </p:nvSpPr>
        <p:spPr>
          <a:xfrm>
            <a:off x="1099675" y="462475"/>
            <a:ext cx="6944700" cy="69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44" name="Google Shape;644;p18"/>
          <p:cNvSpPr txBox="1"/>
          <p:nvPr>
            <p:ph idx="1" type="subTitle"/>
          </p:nvPr>
        </p:nvSpPr>
        <p:spPr>
          <a:xfrm>
            <a:off x="2277300" y="1300050"/>
            <a:ext cx="45894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645" name="Google Shape;645;p18"/>
          <p:cNvGrpSpPr/>
          <p:nvPr/>
        </p:nvGrpSpPr>
        <p:grpSpPr>
          <a:xfrm>
            <a:off x="-922550" y="-237460"/>
            <a:ext cx="10609700" cy="6467463"/>
            <a:chOff x="-922550" y="-237460"/>
            <a:chExt cx="10609700" cy="6467463"/>
          </a:xfrm>
        </p:grpSpPr>
        <p:sp>
          <p:nvSpPr>
            <p:cNvPr id="646" name="Google Shape;646;p18"/>
            <p:cNvSpPr/>
            <p:nvPr/>
          </p:nvSpPr>
          <p:spPr>
            <a:xfrm flipH="1" rot="10800000">
              <a:off x="8060850" y="460400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47" name="Google Shape;647;p18"/>
            <p:cNvSpPr/>
            <p:nvPr/>
          </p:nvSpPr>
          <p:spPr>
            <a:xfrm flipH="1" rot="10800000">
              <a:off x="-922550" y="-23746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48" name="Google Shape;648;p18"/>
          <p:cNvSpPr/>
          <p:nvPr/>
        </p:nvSpPr>
        <p:spPr>
          <a:xfrm flipH="1" rot="1350516">
            <a:off x="243823" y="4330593"/>
            <a:ext cx="938817" cy="81224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49" name="Google Shape;649;p18"/>
          <p:cNvGrpSpPr/>
          <p:nvPr/>
        </p:nvGrpSpPr>
        <p:grpSpPr>
          <a:xfrm>
            <a:off x="7733161" y="-3510025"/>
            <a:ext cx="2049576" cy="6594000"/>
            <a:chOff x="7733161" y="-3510025"/>
            <a:chExt cx="2049576" cy="6594000"/>
          </a:xfrm>
        </p:grpSpPr>
        <p:sp>
          <p:nvSpPr>
            <p:cNvPr id="650" name="Google Shape;650;p18"/>
            <p:cNvSpPr/>
            <p:nvPr/>
          </p:nvSpPr>
          <p:spPr>
            <a:xfrm flipH="1" rot="5400000">
              <a:off x="5685937" y="-1012825"/>
              <a:ext cx="6594000" cy="15996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51" name="Google Shape;651;p18"/>
            <p:cNvSpPr/>
            <p:nvPr/>
          </p:nvSpPr>
          <p:spPr>
            <a:xfrm flipH="1" rot="5400000">
              <a:off x="7733161" y="-482302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52" name="Google Shape;652;p18"/>
            <p:cNvSpPr/>
            <p:nvPr/>
          </p:nvSpPr>
          <p:spPr>
            <a:xfrm flipH="1" rot="5400000">
              <a:off x="8699111" y="1166048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53" name="Google Shape;653;p18"/>
            <p:cNvSpPr/>
            <p:nvPr/>
          </p:nvSpPr>
          <p:spPr>
            <a:xfrm flipH="1" rot="5400000">
              <a:off x="8682586" y="1768823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54" name="Google Shape;654;p18"/>
            <p:cNvSpPr/>
            <p:nvPr/>
          </p:nvSpPr>
          <p:spPr>
            <a:xfrm flipH="1" rot="5400000">
              <a:off x="8481446" y="2349058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655" name="Google Shape;655;p18"/>
            <p:cNvSpPr/>
            <p:nvPr/>
          </p:nvSpPr>
          <p:spPr>
            <a:xfrm flipH="1" rot="5400000">
              <a:off x="8682573" y="89837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56" name="Google Shape;656;p18"/>
            <p:cNvSpPr/>
            <p:nvPr/>
          </p:nvSpPr>
          <p:spPr>
            <a:xfrm flipH="1" rot="5400000">
              <a:off x="8775311" y="55948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8" name="Google Shape;658;p19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659" name="Google Shape;659;p19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" name="Google Shape;660;p19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" name="Google Shape;661;p19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" name="Google Shape;662;p19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" name="Google Shape;663;p19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" name="Google Shape;664;p19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5" name="Google Shape;665;p19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6" name="Google Shape;666;p19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" name="Google Shape;667;p19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" name="Google Shape;668;p19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9" name="Google Shape;669;p19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0" name="Google Shape;670;p19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" name="Google Shape;671;p19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" name="Google Shape;672;p19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" name="Google Shape;673;p19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4" name="Google Shape;674;p19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5" name="Google Shape;675;p19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6" name="Google Shape;676;p19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7" name="Google Shape;677;p19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8" name="Google Shape;678;p19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9" name="Google Shape;679;p19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0" name="Google Shape;680;p19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1" name="Google Shape;681;p19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82" name="Google Shape;682;p19"/>
          <p:cNvSpPr txBox="1"/>
          <p:nvPr>
            <p:ph type="title"/>
          </p:nvPr>
        </p:nvSpPr>
        <p:spPr>
          <a:xfrm>
            <a:off x="4478534" y="1584300"/>
            <a:ext cx="3220200" cy="124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83" name="Google Shape;683;p19"/>
          <p:cNvSpPr txBox="1"/>
          <p:nvPr>
            <p:ph idx="1" type="subTitle"/>
          </p:nvPr>
        </p:nvSpPr>
        <p:spPr>
          <a:xfrm>
            <a:off x="4478534" y="2832000"/>
            <a:ext cx="32202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684" name="Google Shape;684;p19"/>
          <p:cNvGrpSpPr/>
          <p:nvPr/>
        </p:nvGrpSpPr>
        <p:grpSpPr>
          <a:xfrm>
            <a:off x="-272095" y="-741612"/>
            <a:ext cx="10369825" cy="6798813"/>
            <a:chOff x="-519750" y="-741612"/>
            <a:chExt cx="10369825" cy="6798813"/>
          </a:xfrm>
        </p:grpSpPr>
        <p:sp>
          <p:nvSpPr>
            <p:cNvPr id="685" name="Google Shape;685;p19"/>
            <p:cNvSpPr/>
            <p:nvPr/>
          </p:nvSpPr>
          <p:spPr>
            <a:xfrm>
              <a:off x="8223775" y="-74161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86" name="Google Shape;686;p19"/>
            <p:cNvSpPr/>
            <p:nvPr/>
          </p:nvSpPr>
          <p:spPr>
            <a:xfrm>
              <a:off x="-519750" y="460400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7" name="Google Shape;687;p19"/>
          <p:cNvGrpSpPr/>
          <p:nvPr/>
        </p:nvGrpSpPr>
        <p:grpSpPr>
          <a:xfrm flipH="1">
            <a:off x="4357750" y="4604000"/>
            <a:ext cx="5948400" cy="1443000"/>
            <a:chOff x="-877326" y="4604000"/>
            <a:chExt cx="5948400" cy="1443000"/>
          </a:xfrm>
        </p:grpSpPr>
        <p:sp>
          <p:nvSpPr>
            <p:cNvPr id="688" name="Google Shape;688;p19"/>
            <p:cNvSpPr/>
            <p:nvPr/>
          </p:nvSpPr>
          <p:spPr>
            <a:xfrm flipH="1">
              <a:off x="-877326" y="4604000"/>
              <a:ext cx="5948400" cy="1443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89" name="Google Shape;689;p19"/>
            <p:cNvSpPr/>
            <p:nvPr/>
          </p:nvSpPr>
          <p:spPr>
            <a:xfrm flipH="1">
              <a:off x="2990613" y="47972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690" name="Google Shape;690;p19"/>
            <p:cNvSpPr/>
            <p:nvPr/>
          </p:nvSpPr>
          <p:spPr>
            <a:xfrm flipH="1">
              <a:off x="4003069" y="4861725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91" name="Google Shape;691;p19"/>
            <p:cNvSpPr/>
            <p:nvPr/>
          </p:nvSpPr>
          <p:spPr>
            <a:xfrm flipH="1">
              <a:off x="2033631" y="4721025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92" name="Google Shape;692;p19"/>
            <p:cNvSpPr/>
            <p:nvPr/>
          </p:nvSpPr>
          <p:spPr>
            <a:xfrm flipH="1">
              <a:off x="2644944" y="497001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93" name="Google Shape;693;p19"/>
            <p:cNvSpPr/>
            <p:nvPr/>
          </p:nvSpPr>
          <p:spPr>
            <a:xfrm flipH="1">
              <a:off x="1671319" y="4771125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94" name="Google Shape;694;p19"/>
            <p:cNvSpPr/>
            <p:nvPr/>
          </p:nvSpPr>
          <p:spPr>
            <a:xfrm flipH="1">
              <a:off x="508726" y="47972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</p:grpSp>
      <p:grpSp>
        <p:nvGrpSpPr>
          <p:cNvPr id="695" name="Google Shape;695;p19"/>
          <p:cNvGrpSpPr/>
          <p:nvPr/>
        </p:nvGrpSpPr>
        <p:grpSpPr>
          <a:xfrm flipH="1">
            <a:off x="-420126" y="539502"/>
            <a:ext cx="10399591" cy="4322141"/>
            <a:chOff x="-550641" y="539502"/>
            <a:chExt cx="10399591" cy="4322141"/>
          </a:xfrm>
        </p:grpSpPr>
        <p:sp>
          <p:nvSpPr>
            <p:cNvPr id="696" name="Google Shape;696;p19"/>
            <p:cNvSpPr/>
            <p:nvPr/>
          </p:nvSpPr>
          <p:spPr>
            <a:xfrm flipH="1" rot="2452041">
              <a:off x="8758748" y="747735"/>
              <a:ext cx="939004" cy="812034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97" name="Google Shape;697;p19"/>
            <p:cNvSpPr/>
            <p:nvPr/>
          </p:nvSpPr>
          <p:spPr>
            <a:xfrm flipH="1" rot="-1478454">
              <a:off x="-424045" y="3890887"/>
              <a:ext cx="939007" cy="812011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9" name="Google Shape;699;p20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700" name="Google Shape;700;p20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1" name="Google Shape;701;p20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2" name="Google Shape;702;p20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3" name="Google Shape;703;p20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4" name="Google Shape;704;p20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" name="Google Shape;705;p20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6" name="Google Shape;706;p20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7" name="Google Shape;707;p20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8" name="Google Shape;708;p20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9" name="Google Shape;709;p20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" name="Google Shape;710;p20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1" name="Google Shape;711;p20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2" name="Google Shape;712;p20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3" name="Google Shape;713;p20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4" name="Google Shape;714;p20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5" name="Google Shape;715;p20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6" name="Google Shape;716;p20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7" name="Google Shape;717;p20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8" name="Google Shape;718;p20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9" name="Google Shape;719;p20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0" name="Google Shape;720;p20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1" name="Google Shape;721;p20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2" name="Google Shape;722;p20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23" name="Google Shape;723;p20"/>
          <p:cNvSpPr txBox="1"/>
          <p:nvPr>
            <p:ph type="title"/>
          </p:nvPr>
        </p:nvSpPr>
        <p:spPr>
          <a:xfrm>
            <a:off x="854400" y="585325"/>
            <a:ext cx="7435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24" name="Google Shape;724;p20"/>
          <p:cNvSpPr txBox="1"/>
          <p:nvPr>
            <p:ph idx="1" type="subTitle"/>
          </p:nvPr>
        </p:nvSpPr>
        <p:spPr>
          <a:xfrm>
            <a:off x="2238150" y="3841425"/>
            <a:ext cx="4667700" cy="4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725" name="Google Shape;725;p20"/>
          <p:cNvGrpSpPr/>
          <p:nvPr/>
        </p:nvGrpSpPr>
        <p:grpSpPr>
          <a:xfrm flipH="1" rot="10800000">
            <a:off x="-631463" y="-3960550"/>
            <a:ext cx="1949874" cy="6294300"/>
            <a:chOff x="-631463" y="2912075"/>
            <a:chExt cx="1949874" cy="6294300"/>
          </a:xfrm>
        </p:grpSpPr>
        <p:sp>
          <p:nvSpPr>
            <p:cNvPr id="726" name="Google Shape;726;p20"/>
            <p:cNvSpPr/>
            <p:nvPr/>
          </p:nvSpPr>
          <p:spPr>
            <a:xfrm rot="-5400000">
              <a:off x="-3015113" y="5295725"/>
              <a:ext cx="6294300" cy="1527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27" name="Google Shape;727;p20"/>
            <p:cNvSpPr/>
            <p:nvPr/>
          </p:nvSpPr>
          <p:spPr>
            <a:xfrm rot="-5400000">
              <a:off x="589111" y="4683048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28" name="Google Shape;728;p20"/>
            <p:cNvSpPr/>
            <p:nvPr/>
          </p:nvSpPr>
          <p:spPr>
            <a:xfrm rot="-5400000">
              <a:off x="187361" y="3369948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29" name="Google Shape;729;p20"/>
            <p:cNvSpPr/>
            <p:nvPr/>
          </p:nvSpPr>
          <p:spPr>
            <a:xfrm rot="-5400000">
              <a:off x="436361" y="4164548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30" name="Google Shape;730;p20"/>
            <p:cNvSpPr/>
            <p:nvPr/>
          </p:nvSpPr>
          <p:spPr>
            <a:xfrm rot="-5400000">
              <a:off x="-233630" y="4497583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731" name="Google Shape;731;p20"/>
            <p:cNvSpPr/>
            <p:nvPr/>
          </p:nvSpPr>
          <p:spPr>
            <a:xfrm rot="-5400000">
              <a:off x="211423" y="3891748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32" name="Google Shape;732;p20"/>
          <p:cNvGrpSpPr/>
          <p:nvPr/>
        </p:nvGrpSpPr>
        <p:grpSpPr>
          <a:xfrm flipH="1" rot="10800000">
            <a:off x="8052725" y="3293075"/>
            <a:ext cx="1997862" cy="6294300"/>
            <a:chOff x="8052725" y="-4341550"/>
            <a:chExt cx="1997862" cy="6294300"/>
          </a:xfrm>
        </p:grpSpPr>
        <p:sp>
          <p:nvSpPr>
            <p:cNvPr id="733" name="Google Shape;733;p20"/>
            <p:cNvSpPr/>
            <p:nvPr/>
          </p:nvSpPr>
          <p:spPr>
            <a:xfrm rot="-5400000">
              <a:off x="6139937" y="-1957900"/>
              <a:ext cx="6294300" cy="1527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34" name="Google Shape;734;p20"/>
            <p:cNvSpPr/>
            <p:nvPr/>
          </p:nvSpPr>
          <p:spPr>
            <a:xfrm>
              <a:off x="8052725" y="-811425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35" name="Google Shape;735;p20"/>
            <p:cNvSpPr/>
            <p:nvPr/>
          </p:nvSpPr>
          <p:spPr>
            <a:xfrm rot="-5400000">
              <a:off x="8728561" y="1199648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36" name="Google Shape;736;p20"/>
            <p:cNvSpPr/>
            <p:nvPr/>
          </p:nvSpPr>
          <p:spPr>
            <a:xfrm rot="-5400000">
              <a:off x="8915136" y="1017723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37" name="Google Shape;737;p20"/>
            <p:cNvSpPr/>
            <p:nvPr/>
          </p:nvSpPr>
          <p:spPr>
            <a:xfrm rot="-5400000">
              <a:off x="8689823" y="84252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38" name="Google Shape;738;p20"/>
          <p:cNvGrpSpPr/>
          <p:nvPr/>
        </p:nvGrpSpPr>
        <p:grpSpPr>
          <a:xfrm flipH="1" rot="10800000">
            <a:off x="-589309" y="262493"/>
            <a:ext cx="10225539" cy="4700895"/>
            <a:chOff x="-589309" y="282438"/>
            <a:chExt cx="10225539" cy="4700895"/>
          </a:xfrm>
        </p:grpSpPr>
        <p:sp>
          <p:nvSpPr>
            <p:cNvPr id="739" name="Google Shape;739;p20"/>
            <p:cNvSpPr/>
            <p:nvPr/>
          </p:nvSpPr>
          <p:spPr>
            <a:xfrm rot="-1350516">
              <a:off x="-469518" y="431168"/>
              <a:ext cx="938817" cy="81224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40" name="Google Shape;740;p20"/>
            <p:cNvSpPr/>
            <p:nvPr/>
          </p:nvSpPr>
          <p:spPr>
            <a:xfrm rot="658775">
              <a:off x="8628787" y="4089118"/>
              <a:ext cx="938784" cy="81223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2" name="Google Shape;742;p21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743" name="Google Shape;743;p21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" name="Google Shape;744;p21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5" name="Google Shape;745;p21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6" name="Google Shape;746;p21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7" name="Google Shape;747;p21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8" name="Google Shape;748;p21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9" name="Google Shape;749;p21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0" name="Google Shape;750;p21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1" name="Google Shape;751;p21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2" name="Google Shape;752;p21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3" name="Google Shape;753;p21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4" name="Google Shape;754;p21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5" name="Google Shape;755;p21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6" name="Google Shape;756;p21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7" name="Google Shape;757;p21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8" name="Google Shape;758;p21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9" name="Google Shape;759;p21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0" name="Google Shape;760;p21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1" name="Google Shape;761;p21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2" name="Google Shape;762;p21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3" name="Google Shape;763;p21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4" name="Google Shape;764;p21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5" name="Google Shape;765;p21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66" name="Google Shape;766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67" name="Google Shape;767;p21"/>
          <p:cNvSpPr txBox="1"/>
          <p:nvPr>
            <p:ph idx="1" type="body"/>
          </p:nvPr>
        </p:nvSpPr>
        <p:spPr>
          <a:xfrm>
            <a:off x="720000" y="1215752"/>
            <a:ext cx="7704000" cy="15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768" name="Google Shape;768;p21"/>
          <p:cNvGrpSpPr/>
          <p:nvPr/>
        </p:nvGrpSpPr>
        <p:grpSpPr>
          <a:xfrm>
            <a:off x="-922550" y="-237460"/>
            <a:ext cx="10609700" cy="6467463"/>
            <a:chOff x="-922550" y="-237460"/>
            <a:chExt cx="10609700" cy="6467463"/>
          </a:xfrm>
        </p:grpSpPr>
        <p:sp>
          <p:nvSpPr>
            <p:cNvPr id="769" name="Google Shape;769;p21"/>
            <p:cNvSpPr/>
            <p:nvPr/>
          </p:nvSpPr>
          <p:spPr>
            <a:xfrm flipH="1" rot="10800000">
              <a:off x="8060850" y="460400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70" name="Google Shape;770;p21"/>
            <p:cNvSpPr/>
            <p:nvPr/>
          </p:nvSpPr>
          <p:spPr>
            <a:xfrm flipH="1" rot="10800000">
              <a:off x="-922550" y="-23746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71" name="Google Shape;771;p21"/>
          <p:cNvSpPr/>
          <p:nvPr/>
        </p:nvSpPr>
        <p:spPr>
          <a:xfrm flipH="1" rot="1350516">
            <a:off x="243823" y="4330593"/>
            <a:ext cx="938817" cy="81224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72" name="Google Shape;772;p21"/>
          <p:cNvGrpSpPr/>
          <p:nvPr/>
        </p:nvGrpSpPr>
        <p:grpSpPr>
          <a:xfrm>
            <a:off x="7733161" y="-3510025"/>
            <a:ext cx="2049576" cy="6594000"/>
            <a:chOff x="7733161" y="-3510025"/>
            <a:chExt cx="2049576" cy="6594000"/>
          </a:xfrm>
        </p:grpSpPr>
        <p:sp>
          <p:nvSpPr>
            <p:cNvPr id="773" name="Google Shape;773;p21"/>
            <p:cNvSpPr/>
            <p:nvPr/>
          </p:nvSpPr>
          <p:spPr>
            <a:xfrm flipH="1" rot="5400000">
              <a:off x="5685937" y="-1012825"/>
              <a:ext cx="6594000" cy="15996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74" name="Google Shape;774;p21"/>
            <p:cNvSpPr/>
            <p:nvPr/>
          </p:nvSpPr>
          <p:spPr>
            <a:xfrm flipH="1" rot="5400000">
              <a:off x="7733161" y="-482302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75" name="Google Shape;775;p21"/>
            <p:cNvSpPr/>
            <p:nvPr/>
          </p:nvSpPr>
          <p:spPr>
            <a:xfrm flipH="1" rot="5400000">
              <a:off x="8699111" y="1166048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76" name="Google Shape;776;p21"/>
            <p:cNvSpPr/>
            <p:nvPr/>
          </p:nvSpPr>
          <p:spPr>
            <a:xfrm flipH="1" rot="5400000">
              <a:off x="8682586" y="1768823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77" name="Google Shape;777;p21"/>
            <p:cNvSpPr/>
            <p:nvPr/>
          </p:nvSpPr>
          <p:spPr>
            <a:xfrm flipH="1" rot="5400000">
              <a:off x="8481446" y="2349058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778" name="Google Shape;778;p21"/>
            <p:cNvSpPr/>
            <p:nvPr/>
          </p:nvSpPr>
          <p:spPr>
            <a:xfrm flipH="1" rot="5400000">
              <a:off x="8682573" y="89837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79" name="Google Shape;779;p21"/>
            <p:cNvSpPr/>
            <p:nvPr/>
          </p:nvSpPr>
          <p:spPr>
            <a:xfrm flipH="1" rot="5400000">
              <a:off x="8775311" y="55948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TITLE_AND_BODY_1_1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1" name="Google Shape;781;p22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782" name="Google Shape;782;p22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3" name="Google Shape;783;p22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4" name="Google Shape;784;p22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5" name="Google Shape;785;p22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6" name="Google Shape;786;p22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7" name="Google Shape;787;p22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8" name="Google Shape;788;p22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9" name="Google Shape;789;p22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0" name="Google Shape;790;p22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1" name="Google Shape;791;p22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2" name="Google Shape;792;p22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" name="Google Shape;793;p22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" name="Google Shape;794;p22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5" name="Google Shape;795;p22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6" name="Google Shape;796;p22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7" name="Google Shape;797;p22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8" name="Google Shape;798;p22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9" name="Google Shape;799;p22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0" name="Google Shape;800;p22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" name="Google Shape;801;p22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" name="Google Shape;802;p22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" name="Google Shape;803;p22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4" name="Google Shape;804;p22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5" name="Google Shape;805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06" name="Google Shape;806;p22"/>
          <p:cNvSpPr txBox="1"/>
          <p:nvPr>
            <p:ph idx="1" type="body"/>
          </p:nvPr>
        </p:nvSpPr>
        <p:spPr>
          <a:xfrm>
            <a:off x="720000" y="1215748"/>
            <a:ext cx="7704000" cy="9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807" name="Google Shape;807;p22"/>
          <p:cNvGrpSpPr/>
          <p:nvPr/>
        </p:nvGrpSpPr>
        <p:grpSpPr>
          <a:xfrm>
            <a:off x="-424495" y="-741612"/>
            <a:ext cx="10369825" cy="6798813"/>
            <a:chOff x="-519750" y="-741612"/>
            <a:chExt cx="10369825" cy="6798813"/>
          </a:xfrm>
        </p:grpSpPr>
        <p:sp>
          <p:nvSpPr>
            <p:cNvPr id="808" name="Google Shape;808;p22"/>
            <p:cNvSpPr/>
            <p:nvPr/>
          </p:nvSpPr>
          <p:spPr>
            <a:xfrm>
              <a:off x="8223775" y="-74161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9" name="Google Shape;809;p22"/>
            <p:cNvSpPr/>
            <p:nvPr/>
          </p:nvSpPr>
          <p:spPr>
            <a:xfrm>
              <a:off x="-519750" y="460400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0" name="Google Shape;810;p22"/>
          <p:cNvGrpSpPr/>
          <p:nvPr/>
        </p:nvGrpSpPr>
        <p:grpSpPr>
          <a:xfrm flipH="1">
            <a:off x="4205350" y="4604000"/>
            <a:ext cx="5948400" cy="1443000"/>
            <a:chOff x="-877326" y="4604000"/>
            <a:chExt cx="5948400" cy="1443000"/>
          </a:xfrm>
        </p:grpSpPr>
        <p:sp>
          <p:nvSpPr>
            <p:cNvPr id="811" name="Google Shape;811;p22"/>
            <p:cNvSpPr/>
            <p:nvPr/>
          </p:nvSpPr>
          <p:spPr>
            <a:xfrm flipH="1">
              <a:off x="-877326" y="4604000"/>
              <a:ext cx="5948400" cy="1443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2" name="Google Shape;812;p22"/>
            <p:cNvSpPr/>
            <p:nvPr/>
          </p:nvSpPr>
          <p:spPr>
            <a:xfrm flipH="1">
              <a:off x="2990613" y="47972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813" name="Google Shape;813;p22"/>
            <p:cNvSpPr/>
            <p:nvPr/>
          </p:nvSpPr>
          <p:spPr>
            <a:xfrm flipH="1">
              <a:off x="4003069" y="4861725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4" name="Google Shape;814;p22"/>
            <p:cNvSpPr/>
            <p:nvPr/>
          </p:nvSpPr>
          <p:spPr>
            <a:xfrm flipH="1">
              <a:off x="2033631" y="4721025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5" name="Google Shape;815;p22"/>
            <p:cNvSpPr/>
            <p:nvPr/>
          </p:nvSpPr>
          <p:spPr>
            <a:xfrm flipH="1">
              <a:off x="2644944" y="497001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6" name="Google Shape;816;p22"/>
            <p:cNvSpPr/>
            <p:nvPr/>
          </p:nvSpPr>
          <p:spPr>
            <a:xfrm flipH="1">
              <a:off x="1671319" y="4771125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7" name="Google Shape;817;p22"/>
            <p:cNvSpPr/>
            <p:nvPr/>
          </p:nvSpPr>
          <p:spPr>
            <a:xfrm flipH="1">
              <a:off x="508726" y="47972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</p:grpSp>
      <p:grpSp>
        <p:nvGrpSpPr>
          <p:cNvPr id="818" name="Google Shape;818;p22"/>
          <p:cNvGrpSpPr/>
          <p:nvPr/>
        </p:nvGrpSpPr>
        <p:grpSpPr>
          <a:xfrm flipH="1">
            <a:off x="-572526" y="539502"/>
            <a:ext cx="10399591" cy="4322141"/>
            <a:chOff x="-550641" y="539502"/>
            <a:chExt cx="10399591" cy="4322141"/>
          </a:xfrm>
        </p:grpSpPr>
        <p:sp>
          <p:nvSpPr>
            <p:cNvPr id="819" name="Google Shape;819;p22"/>
            <p:cNvSpPr/>
            <p:nvPr/>
          </p:nvSpPr>
          <p:spPr>
            <a:xfrm flipH="1" rot="2452041">
              <a:off x="8758748" y="747735"/>
              <a:ext cx="939004" cy="812034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0" name="Google Shape;820;p22"/>
            <p:cNvSpPr/>
            <p:nvPr/>
          </p:nvSpPr>
          <p:spPr>
            <a:xfrm flipH="1" rot="-1478454">
              <a:off x="-424045" y="3890887"/>
              <a:ext cx="939007" cy="812011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2" name="Google Shape;822;p23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823" name="Google Shape;823;p23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4" name="Google Shape;824;p23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5" name="Google Shape;825;p23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6" name="Google Shape;826;p23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7" name="Google Shape;827;p23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8" name="Google Shape;828;p23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9" name="Google Shape;829;p23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0" name="Google Shape;830;p23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1" name="Google Shape;831;p23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2" name="Google Shape;832;p23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3" name="Google Shape;833;p23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4" name="Google Shape;834;p23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5" name="Google Shape;835;p23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6" name="Google Shape;836;p23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7" name="Google Shape;837;p23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8" name="Google Shape;838;p23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9" name="Google Shape;839;p23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0" name="Google Shape;840;p23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1" name="Google Shape;841;p23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2" name="Google Shape;842;p23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3" name="Google Shape;843;p23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4" name="Google Shape;844;p23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5" name="Google Shape;845;p23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46" name="Google Shape;84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7" name="Google Shape;847;p23"/>
          <p:cNvSpPr txBox="1"/>
          <p:nvPr>
            <p:ph idx="1" type="subTitle"/>
          </p:nvPr>
        </p:nvSpPr>
        <p:spPr>
          <a:xfrm>
            <a:off x="4923135" y="2625272"/>
            <a:ext cx="25056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48" name="Google Shape;848;p23"/>
          <p:cNvSpPr txBox="1"/>
          <p:nvPr>
            <p:ph idx="2" type="subTitle"/>
          </p:nvPr>
        </p:nvSpPr>
        <p:spPr>
          <a:xfrm>
            <a:off x="1715263" y="2625272"/>
            <a:ext cx="25056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49" name="Google Shape;849;p23"/>
          <p:cNvSpPr txBox="1"/>
          <p:nvPr>
            <p:ph idx="3" type="subTitle"/>
          </p:nvPr>
        </p:nvSpPr>
        <p:spPr>
          <a:xfrm>
            <a:off x="1715263" y="2137650"/>
            <a:ext cx="25056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9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9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9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9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9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9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9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9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850" name="Google Shape;850;p23"/>
          <p:cNvSpPr txBox="1"/>
          <p:nvPr>
            <p:ph idx="4" type="subTitle"/>
          </p:nvPr>
        </p:nvSpPr>
        <p:spPr>
          <a:xfrm>
            <a:off x="4923138" y="2137650"/>
            <a:ext cx="25056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9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9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9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9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9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9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9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Lexend SemiBold"/>
              <a:buNone/>
              <a:defRPr sz="19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grpSp>
        <p:nvGrpSpPr>
          <p:cNvPr id="851" name="Google Shape;851;p23"/>
          <p:cNvGrpSpPr/>
          <p:nvPr/>
        </p:nvGrpSpPr>
        <p:grpSpPr>
          <a:xfrm>
            <a:off x="-922550" y="-237460"/>
            <a:ext cx="10609700" cy="6467463"/>
            <a:chOff x="-922550" y="-237460"/>
            <a:chExt cx="10609700" cy="6467463"/>
          </a:xfrm>
        </p:grpSpPr>
        <p:sp>
          <p:nvSpPr>
            <p:cNvPr id="852" name="Google Shape;852;p23"/>
            <p:cNvSpPr/>
            <p:nvPr/>
          </p:nvSpPr>
          <p:spPr>
            <a:xfrm flipH="1" rot="10800000">
              <a:off x="8060850" y="460400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3" name="Google Shape;853;p23"/>
            <p:cNvSpPr/>
            <p:nvPr/>
          </p:nvSpPr>
          <p:spPr>
            <a:xfrm flipH="1" rot="10800000">
              <a:off x="-922550" y="-23746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54" name="Google Shape;854;p23"/>
          <p:cNvSpPr/>
          <p:nvPr/>
        </p:nvSpPr>
        <p:spPr>
          <a:xfrm flipH="1" rot="1350516">
            <a:off x="243823" y="4330593"/>
            <a:ext cx="938817" cy="81224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5" name="Google Shape;855;p23"/>
          <p:cNvGrpSpPr/>
          <p:nvPr/>
        </p:nvGrpSpPr>
        <p:grpSpPr>
          <a:xfrm>
            <a:off x="7733161" y="-3510025"/>
            <a:ext cx="2049576" cy="6594000"/>
            <a:chOff x="7733161" y="-3510025"/>
            <a:chExt cx="2049576" cy="6594000"/>
          </a:xfrm>
        </p:grpSpPr>
        <p:sp>
          <p:nvSpPr>
            <p:cNvPr id="856" name="Google Shape;856;p23"/>
            <p:cNvSpPr/>
            <p:nvPr/>
          </p:nvSpPr>
          <p:spPr>
            <a:xfrm flipH="1" rot="5400000">
              <a:off x="5685937" y="-1012825"/>
              <a:ext cx="6594000" cy="15996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7" name="Google Shape;857;p23"/>
            <p:cNvSpPr/>
            <p:nvPr/>
          </p:nvSpPr>
          <p:spPr>
            <a:xfrm flipH="1" rot="5400000">
              <a:off x="7733161" y="-482302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8" name="Google Shape;858;p23"/>
            <p:cNvSpPr/>
            <p:nvPr/>
          </p:nvSpPr>
          <p:spPr>
            <a:xfrm flipH="1" rot="5400000">
              <a:off x="8699111" y="1166048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9" name="Google Shape;859;p23"/>
            <p:cNvSpPr/>
            <p:nvPr/>
          </p:nvSpPr>
          <p:spPr>
            <a:xfrm flipH="1" rot="5400000">
              <a:off x="8682586" y="1768823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0" name="Google Shape;860;p23"/>
            <p:cNvSpPr/>
            <p:nvPr/>
          </p:nvSpPr>
          <p:spPr>
            <a:xfrm flipH="1" rot="5400000">
              <a:off x="8481446" y="2349058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861" name="Google Shape;861;p23"/>
            <p:cNvSpPr/>
            <p:nvPr/>
          </p:nvSpPr>
          <p:spPr>
            <a:xfrm flipH="1" rot="5400000">
              <a:off x="8682573" y="89837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2" name="Google Shape;862;p23"/>
            <p:cNvSpPr/>
            <p:nvPr/>
          </p:nvSpPr>
          <p:spPr>
            <a:xfrm flipH="1" rot="5400000">
              <a:off x="8775311" y="55948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4" name="Google Shape;864;p24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865" name="Google Shape;865;p24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6" name="Google Shape;866;p24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7" name="Google Shape;867;p24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8" name="Google Shape;868;p24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9" name="Google Shape;869;p24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0" name="Google Shape;870;p24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1" name="Google Shape;871;p24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2" name="Google Shape;872;p24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3" name="Google Shape;873;p24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4" name="Google Shape;874;p24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5" name="Google Shape;875;p24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6" name="Google Shape;876;p24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7" name="Google Shape;877;p24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8" name="Google Shape;878;p24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9" name="Google Shape;879;p24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0" name="Google Shape;880;p24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1" name="Google Shape;881;p24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2" name="Google Shape;882;p24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3" name="Google Shape;883;p24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4" name="Google Shape;884;p24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p24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6" name="Google Shape;886;p24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7" name="Google Shape;887;p24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88" name="Google Shape;888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89" name="Google Shape;889;p24"/>
          <p:cNvSpPr txBox="1"/>
          <p:nvPr>
            <p:ph idx="1" type="subTitle"/>
          </p:nvPr>
        </p:nvSpPr>
        <p:spPr>
          <a:xfrm>
            <a:off x="4756598" y="1667625"/>
            <a:ext cx="2947800" cy="23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90" name="Google Shape;890;p24"/>
          <p:cNvSpPr txBox="1"/>
          <p:nvPr>
            <p:ph idx="2" type="subTitle"/>
          </p:nvPr>
        </p:nvSpPr>
        <p:spPr>
          <a:xfrm>
            <a:off x="1439602" y="1667625"/>
            <a:ext cx="2947800" cy="23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891" name="Google Shape;891;p24"/>
          <p:cNvGrpSpPr/>
          <p:nvPr/>
        </p:nvGrpSpPr>
        <p:grpSpPr>
          <a:xfrm>
            <a:off x="-631463" y="2912075"/>
            <a:ext cx="1949874" cy="6294300"/>
            <a:chOff x="-631463" y="2912075"/>
            <a:chExt cx="1949874" cy="6294300"/>
          </a:xfrm>
        </p:grpSpPr>
        <p:sp>
          <p:nvSpPr>
            <p:cNvPr id="892" name="Google Shape;892;p24"/>
            <p:cNvSpPr/>
            <p:nvPr/>
          </p:nvSpPr>
          <p:spPr>
            <a:xfrm rot="-5400000">
              <a:off x="-3015113" y="5295725"/>
              <a:ext cx="6294300" cy="1527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3" name="Google Shape;893;p24"/>
            <p:cNvSpPr/>
            <p:nvPr/>
          </p:nvSpPr>
          <p:spPr>
            <a:xfrm rot="-5400000">
              <a:off x="589111" y="4683048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4" name="Google Shape;894;p24"/>
            <p:cNvSpPr/>
            <p:nvPr/>
          </p:nvSpPr>
          <p:spPr>
            <a:xfrm rot="-5400000">
              <a:off x="187361" y="3369948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5" name="Google Shape;895;p24"/>
            <p:cNvSpPr/>
            <p:nvPr/>
          </p:nvSpPr>
          <p:spPr>
            <a:xfrm rot="-5400000">
              <a:off x="436361" y="4164548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6" name="Google Shape;896;p24"/>
            <p:cNvSpPr/>
            <p:nvPr/>
          </p:nvSpPr>
          <p:spPr>
            <a:xfrm rot="-5400000">
              <a:off x="-233630" y="4497583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897" name="Google Shape;897;p24"/>
            <p:cNvSpPr/>
            <p:nvPr/>
          </p:nvSpPr>
          <p:spPr>
            <a:xfrm rot="-5400000">
              <a:off x="211423" y="3891748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8" name="Google Shape;898;p24"/>
          <p:cNvGrpSpPr/>
          <p:nvPr/>
        </p:nvGrpSpPr>
        <p:grpSpPr>
          <a:xfrm>
            <a:off x="8052725" y="-4341550"/>
            <a:ext cx="1997862" cy="6294300"/>
            <a:chOff x="8052725" y="-4341550"/>
            <a:chExt cx="1997862" cy="6294300"/>
          </a:xfrm>
        </p:grpSpPr>
        <p:sp>
          <p:nvSpPr>
            <p:cNvPr id="899" name="Google Shape;899;p24"/>
            <p:cNvSpPr/>
            <p:nvPr/>
          </p:nvSpPr>
          <p:spPr>
            <a:xfrm rot="-5400000">
              <a:off x="6139937" y="-1957900"/>
              <a:ext cx="6294300" cy="1527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8052725" y="-811425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1" name="Google Shape;901;p24"/>
            <p:cNvSpPr/>
            <p:nvPr/>
          </p:nvSpPr>
          <p:spPr>
            <a:xfrm rot="-5400000">
              <a:off x="8728561" y="1199648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2" name="Google Shape;902;p24"/>
            <p:cNvSpPr/>
            <p:nvPr/>
          </p:nvSpPr>
          <p:spPr>
            <a:xfrm rot="-5400000">
              <a:off x="8915136" y="1017723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3" name="Google Shape;903;p24"/>
            <p:cNvSpPr/>
            <p:nvPr/>
          </p:nvSpPr>
          <p:spPr>
            <a:xfrm rot="-5400000">
              <a:off x="8689823" y="84252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4" name="Google Shape;904;p24"/>
          <p:cNvGrpSpPr/>
          <p:nvPr/>
        </p:nvGrpSpPr>
        <p:grpSpPr>
          <a:xfrm>
            <a:off x="-589309" y="282438"/>
            <a:ext cx="10225539" cy="4700895"/>
            <a:chOff x="-589309" y="282438"/>
            <a:chExt cx="10225539" cy="4700895"/>
          </a:xfrm>
        </p:grpSpPr>
        <p:sp>
          <p:nvSpPr>
            <p:cNvPr id="905" name="Google Shape;905;p24"/>
            <p:cNvSpPr/>
            <p:nvPr/>
          </p:nvSpPr>
          <p:spPr>
            <a:xfrm rot="-1350516">
              <a:off x="-469518" y="431168"/>
              <a:ext cx="938817" cy="81224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6" name="Google Shape;906;p24"/>
            <p:cNvSpPr/>
            <p:nvPr/>
          </p:nvSpPr>
          <p:spPr>
            <a:xfrm rot="658775">
              <a:off x="8628787" y="4089118"/>
              <a:ext cx="938784" cy="81223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8" name="Google Shape;908;p25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909" name="Google Shape;909;p25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0" name="Google Shape;910;p25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1" name="Google Shape;911;p25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2" name="Google Shape;912;p25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3" name="Google Shape;913;p25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4" name="Google Shape;914;p25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5" name="Google Shape;915;p25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6" name="Google Shape;916;p25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7" name="Google Shape;917;p25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8" name="Google Shape;918;p25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9" name="Google Shape;919;p25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0" name="Google Shape;920;p25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1" name="Google Shape;921;p25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2" name="Google Shape;922;p25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3" name="Google Shape;923;p25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4" name="Google Shape;924;p25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5" name="Google Shape;925;p25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6" name="Google Shape;926;p25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7" name="Google Shape;927;p25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8" name="Google Shape;928;p25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9" name="Google Shape;929;p25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0" name="Google Shape;930;p25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1" name="Google Shape;931;p25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32" name="Google Shape;932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33" name="Google Shape;933;p25"/>
          <p:cNvSpPr txBox="1"/>
          <p:nvPr>
            <p:ph idx="1" type="subTitle"/>
          </p:nvPr>
        </p:nvSpPr>
        <p:spPr>
          <a:xfrm>
            <a:off x="2208152" y="1643175"/>
            <a:ext cx="3264300" cy="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34" name="Google Shape;934;p25"/>
          <p:cNvSpPr txBox="1"/>
          <p:nvPr>
            <p:ph idx="2" type="subTitle"/>
          </p:nvPr>
        </p:nvSpPr>
        <p:spPr>
          <a:xfrm>
            <a:off x="3671549" y="2737325"/>
            <a:ext cx="3264300" cy="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35" name="Google Shape;935;p25"/>
          <p:cNvSpPr txBox="1"/>
          <p:nvPr>
            <p:ph idx="3" type="subTitle"/>
          </p:nvPr>
        </p:nvSpPr>
        <p:spPr>
          <a:xfrm>
            <a:off x="2208150" y="3831473"/>
            <a:ext cx="3264300" cy="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36" name="Google Shape;936;p25"/>
          <p:cNvSpPr txBox="1"/>
          <p:nvPr>
            <p:ph idx="4" type="subTitle"/>
          </p:nvPr>
        </p:nvSpPr>
        <p:spPr>
          <a:xfrm>
            <a:off x="2208151" y="1293175"/>
            <a:ext cx="32643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937" name="Google Shape;937;p25"/>
          <p:cNvSpPr txBox="1"/>
          <p:nvPr>
            <p:ph idx="5" type="subTitle"/>
          </p:nvPr>
        </p:nvSpPr>
        <p:spPr>
          <a:xfrm>
            <a:off x="3671551" y="2387325"/>
            <a:ext cx="32643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938" name="Google Shape;938;p25"/>
          <p:cNvSpPr txBox="1"/>
          <p:nvPr>
            <p:ph idx="6" type="subTitle"/>
          </p:nvPr>
        </p:nvSpPr>
        <p:spPr>
          <a:xfrm>
            <a:off x="2208151" y="3481473"/>
            <a:ext cx="32643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grpSp>
        <p:nvGrpSpPr>
          <p:cNvPr id="939" name="Google Shape;939;p25"/>
          <p:cNvGrpSpPr/>
          <p:nvPr/>
        </p:nvGrpSpPr>
        <p:grpSpPr>
          <a:xfrm flipH="1">
            <a:off x="-668906" y="-741612"/>
            <a:ext cx="10369825" cy="6798813"/>
            <a:chOff x="-519750" y="-741612"/>
            <a:chExt cx="10369825" cy="6798813"/>
          </a:xfrm>
        </p:grpSpPr>
        <p:sp>
          <p:nvSpPr>
            <p:cNvPr id="940" name="Google Shape;940;p25"/>
            <p:cNvSpPr/>
            <p:nvPr/>
          </p:nvSpPr>
          <p:spPr>
            <a:xfrm>
              <a:off x="8223775" y="-74161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1" name="Google Shape;941;p25"/>
            <p:cNvSpPr/>
            <p:nvPr/>
          </p:nvSpPr>
          <p:spPr>
            <a:xfrm>
              <a:off x="-519750" y="460400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2" name="Google Shape;942;p25"/>
          <p:cNvGrpSpPr/>
          <p:nvPr/>
        </p:nvGrpSpPr>
        <p:grpSpPr>
          <a:xfrm>
            <a:off x="-877326" y="4604000"/>
            <a:ext cx="5948400" cy="1443000"/>
            <a:chOff x="-877326" y="4604000"/>
            <a:chExt cx="5948400" cy="1443000"/>
          </a:xfrm>
        </p:grpSpPr>
        <p:sp>
          <p:nvSpPr>
            <p:cNvPr id="943" name="Google Shape;943;p25"/>
            <p:cNvSpPr/>
            <p:nvPr/>
          </p:nvSpPr>
          <p:spPr>
            <a:xfrm flipH="1">
              <a:off x="-877326" y="4604000"/>
              <a:ext cx="5948400" cy="1443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4" name="Google Shape;944;p25"/>
            <p:cNvSpPr/>
            <p:nvPr/>
          </p:nvSpPr>
          <p:spPr>
            <a:xfrm flipH="1">
              <a:off x="2990613" y="47972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945" name="Google Shape;945;p25"/>
            <p:cNvSpPr/>
            <p:nvPr/>
          </p:nvSpPr>
          <p:spPr>
            <a:xfrm flipH="1">
              <a:off x="4003069" y="4861725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6" name="Google Shape;946;p25"/>
            <p:cNvSpPr/>
            <p:nvPr/>
          </p:nvSpPr>
          <p:spPr>
            <a:xfrm flipH="1">
              <a:off x="2033631" y="4721025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7" name="Google Shape;947;p25"/>
            <p:cNvSpPr/>
            <p:nvPr/>
          </p:nvSpPr>
          <p:spPr>
            <a:xfrm flipH="1">
              <a:off x="2644944" y="497001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8" name="Google Shape;948;p25"/>
            <p:cNvSpPr/>
            <p:nvPr/>
          </p:nvSpPr>
          <p:spPr>
            <a:xfrm flipH="1">
              <a:off x="1671319" y="4771125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9" name="Google Shape;949;p25"/>
            <p:cNvSpPr/>
            <p:nvPr/>
          </p:nvSpPr>
          <p:spPr>
            <a:xfrm flipH="1">
              <a:off x="508726" y="47972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</p:grpSp>
      <p:grpSp>
        <p:nvGrpSpPr>
          <p:cNvPr id="950" name="Google Shape;950;p25"/>
          <p:cNvGrpSpPr/>
          <p:nvPr/>
        </p:nvGrpSpPr>
        <p:grpSpPr>
          <a:xfrm>
            <a:off x="-550641" y="539502"/>
            <a:ext cx="10399591" cy="4322141"/>
            <a:chOff x="-550641" y="539502"/>
            <a:chExt cx="10399591" cy="4322141"/>
          </a:xfrm>
        </p:grpSpPr>
        <p:sp>
          <p:nvSpPr>
            <p:cNvPr id="951" name="Google Shape;951;p25"/>
            <p:cNvSpPr/>
            <p:nvPr/>
          </p:nvSpPr>
          <p:spPr>
            <a:xfrm flipH="1" rot="2452041">
              <a:off x="8758748" y="747735"/>
              <a:ext cx="939004" cy="812034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2" name="Google Shape;952;p25"/>
            <p:cNvSpPr/>
            <p:nvPr/>
          </p:nvSpPr>
          <p:spPr>
            <a:xfrm flipH="1" rot="-1478454">
              <a:off x="-424045" y="3890887"/>
              <a:ext cx="939007" cy="812011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4" name="Google Shape;954;p26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955" name="Google Shape;955;p26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6" name="Google Shape;956;p26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7" name="Google Shape;957;p26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8" name="Google Shape;958;p26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9" name="Google Shape;959;p26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0" name="Google Shape;960;p26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1" name="Google Shape;961;p26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2" name="Google Shape;962;p26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3" name="Google Shape;963;p26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4" name="Google Shape;964;p26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5" name="Google Shape;965;p26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6" name="Google Shape;966;p26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7" name="Google Shape;967;p26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8" name="Google Shape;968;p26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9" name="Google Shape;969;p26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0" name="Google Shape;970;p26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1" name="Google Shape;971;p26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2" name="Google Shape;972;p26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3" name="Google Shape;973;p26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4" name="Google Shape;974;p26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5" name="Google Shape;975;p26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6" name="Google Shape;976;p26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7" name="Google Shape;977;p26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78" name="Google Shape;978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9" name="Google Shape;979;p26"/>
          <p:cNvSpPr txBox="1"/>
          <p:nvPr>
            <p:ph idx="1" type="subTitle"/>
          </p:nvPr>
        </p:nvSpPr>
        <p:spPr>
          <a:xfrm>
            <a:off x="2424850" y="22047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80" name="Google Shape;980;p26"/>
          <p:cNvSpPr txBox="1"/>
          <p:nvPr>
            <p:ph idx="2" type="subTitle"/>
          </p:nvPr>
        </p:nvSpPr>
        <p:spPr>
          <a:xfrm>
            <a:off x="4740954" y="22047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81" name="Google Shape;981;p26"/>
          <p:cNvSpPr txBox="1"/>
          <p:nvPr>
            <p:ph idx="3" type="subTitle"/>
          </p:nvPr>
        </p:nvSpPr>
        <p:spPr>
          <a:xfrm>
            <a:off x="2424850" y="36381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82" name="Google Shape;982;p26"/>
          <p:cNvSpPr txBox="1"/>
          <p:nvPr>
            <p:ph idx="4" type="subTitle"/>
          </p:nvPr>
        </p:nvSpPr>
        <p:spPr>
          <a:xfrm>
            <a:off x="4740954" y="36381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83" name="Google Shape;983;p26"/>
          <p:cNvSpPr txBox="1"/>
          <p:nvPr>
            <p:ph idx="5" type="subTitle"/>
          </p:nvPr>
        </p:nvSpPr>
        <p:spPr>
          <a:xfrm>
            <a:off x="2424850" y="1921175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984" name="Google Shape;984;p26"/>
          <p:cNvSpPr txBox="1"/>
          <p:nvPr>
            <p:ph idx="6" type="subTitle"/>
          </p:nvPr>
        </p:nvSpPr>
        <p:spPr>
          <a:xfrm>
            <a:off x="2424850" y="33546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985" name="Google Shape;985;p26"/>
          <p:cNvSpPr txBox="1"/>
          <p:nvPr>
            <p:ph idx="7" type="subTitle"/>
          </p:nvPr>
        </p:nvSpPr>
        <p:spPr>
          <a:xfrm>
            <a:off x="4740950" y="1921175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986" name="Google Shape;986;p26"/>
          <p:cNvSpPr txBox="1"/>
          <p:nvPr>
            <p:ph idx="8" type="subTitle"/>
          </p:nvPr>
        </p:nvSpPr>
        <p:spPr>
          <a:xfrm>
            <a:off x="4740950" y="33546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grpSp>
        <p:nvGrpSpPr>
          <p:cNvPr id="987" name="Google Shape;987;p26"/>
          <p:cNvGrpSpPr/>
          <p:nvPr/>
        </p:nvGrpSpPr>
        <p:grpSpPr>
          <a:xfrm>
            <a:off x="-922550" y="-237460"/>
            <a:ext cx="10609700" cy="6467463"/>
            <a:chOff x="-922550" y="-237460"/>
            <a:chExt cx="10609700" cy="6467463"/>
          </a:xfrm>
        </p:grpSpPr>
        <p:sp>
          <p:nvSpPr>
            <p:cNvPr id="988" name="Google Shape;988;p26"/>
            <p:cNvSpPr/>
            <p:nvPr/>
          </p:nvSpPr>
          <p:spPr>
            <a:xfrm flipH="1" rot="10800000">
              <a:off x="8060850" y="460400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9" name="Google Shape;989;p26"/>
            <p:cNvSpPr/>
            <p:nvPr/>
          </p:nvSpPr>
          <p:spPr>
            <a:xfrm flipH="1" rot="10800000">
              <a:off x="-922550" y="-23746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90" name="Google Shape;990;p26"/>
          <p:cNvSpPr/>
          <p:nvPr/>
        </p:nvSpPr>
        <p:spPr>
          <a:xfrm flipH="1" rot="1350516">
            <a:off x="243823" y="4330593"/>
            <a:ext cx="938817" cy="81224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1" name="Google Shape;991;p26"/>
          <p:cNvGrpSpPr/>
          <p:nvPr/>
        </p:nvGrpSpPr>
        <p:grpSpPr>
          <a:xfrm>
            <a:off x="8592012" y="-3281425"/>
            <a:ext cx="1599600" cy="6594000"/>
            <a:chOff x="8487937" y="-3281425"/>
            <a:chExt cx="1599600" cy="6594000"/>
          </a:xfrm>
        </p:grpSpPr>
        <p:sp>
          <p:nvSpPr>
            <p:cNvPr id="992" name="Google Shape;992;p26"/>
            <p:cNvSpPr/>
            <p:nvPr/>
          </p:nvSpPr>
          <p:spPr>
            <a:xfrm flipH="1" rot="5400000">
              <a:off x="5990737" y="-784225"/>
              <a:ext cx="6594000" cy="15996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3" name="Google Shape;993;p26"/>
            <p:cNvSpPr/>
            <p:nvPr/>
          </p:nvSpPr>
          <p:spPr>
            <a:xfrm flipH="1" rot="5400000">
              <a:off x="8699111" y="1166048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4" name="Google Shape;994;p26"/>
            <p:cNvSpPr/>
            <p:nvPr/>
          </p:nvSpPr>
          <p:spPr>
            <a:xfrm flipH="1" rot="5400000">
              <a:off x="8682586" y="1768823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5" name="Google Shape;995;p26"/>
            <p:cNvSpPr/>
            <p:nvPr/>
          </p:nvSpPr>
          <p:spPr>
            <a:xfrm flipH="1" rot="5400000">
              <a:off x="8481446" y="2349058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996" name="Google Shape;996;p26"/>
            <p:cNvSpPr/>
            <p:nvPr/>
          </p:nvSpPr>
          <p:spPr>
            <a:xfrm flipH="1" rot="5400000">
              <a:off x="8682573" y="89837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7" name="Google Shape;997;p26"/>
            <p:cNvSpPr/>
            <p:nvPr/>
          </p:nvSpPr>
          <p:spPr>
            <a:xfrm flipH="1" rot="5400000">
              <a:off x="8775311" y="55948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9" name="Google Shape;999;p27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1000" name="Google Shape;1000;p27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1" name="Google Shape;1001;p27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2" name="Google Shape;1002;p27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3" name="Google Shape;1003;p27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4" name="Google Shape;1004;p27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5" name="Google Shape;1005;p27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6" name="Google Shape;1006;p27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7" name="Google Shape;1007;p27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8" name="Google Shape;1008;p27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9" name="Google Shape;1009;p27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0" name="Google Shape;1010;p27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1" name="Google Shape;1011;p27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2" name="Google Shape;1012;p27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3" name="Google Shape;1013;p27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4" name="Google Shape;1014;p27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5" name="Google Shape;1015;p27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6" name="Google Shape;1016;p27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7" name="Google Shape;1017;p27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8" name="Google Shape;1018;p27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9" name="Google Shape;1019;p27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0" name="Google Shape;1020;p27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1" name="Google Shape;1021;p27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2" name="Google Shape;1022;p27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23" name="Google Shape;1023;p27"/>
          <p:cNvSpPr txBox="1"/>
          <p:nvPr>
            <p:ph type="title"/>
          </p:nvPr>
        </p:nvSpPr>
        <p:spPr>
          <a:xfrm>
            <a:off x="720000" y="445025"/>
            <a:ext cx="7704000" cy="11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24" name="Google Shape;1024;p27"/>
          <p:cNvSpPr txBox="1"/>
          <p:nvPr>
            <p:ph idx="1" type="subTitle"/>
          </p:nvPr>
        </p:nvSpPr>
        <p:spPr>
          <a:xfrm>
            <a:off x="1114555" y="2484382"/>
            <a:ext cx="1975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025" name="Google Shape;1025;p27"/>
          <p:cNvSpPr txBox="1"/>
          <p:nvPr>
            <p:ph idx="2" type="subTitle"/>
          </p:nvPr>
        </p:nvSpPr>
        <p:spPr>
          <a:xfrm>
            <a:off x="3584400" y="2484382"/>
            <a:ext cx="1975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026" name="Google Shape;1026;p27"/>
          <p:cNvSpPr txBox="1"/>
          <p:nvPr>
            <p:ph idx="3" type="subTitle"/>
          </p:nvPr>
        </p:nvSpPr>
        <p:spPr>
          <a:xfrm>
            <a:off x="1114555" y="3536782"/>
            <a:ext cx="1975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027" name="Google Shape;1027;p27"/>
          <p:cNvSpPr txBox="1"/>
          <p:nvPr>
            <p:ph idx="4" type="subTitle"/>
          </p:nvPr>
        </p:nvSpPr>
        <p:spPr>
          <a:xfrm>
            <a:off x="3584400" y="3536782"/>
            <a:ext cx="1975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028" name="Google Shape;1028;p27"/>
          <p:cNvSpPr txBox="1"/>
          <p:nvPr>
            <p:ph idx="5" type="subTitle"/>
          </p:nvPr>
        </p:nvSpPr>
        <p:spPr>
          <a:xfrm>
            <a:off x="6054245" y="2484382"/>
            <a:ext cx="1975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029" name="Google Shape;1029;p27"/>
          <p:cNvSpPr txBox="1"/>
          <p:nvPr>
            <p:ph idx="6" type="subTitle"/>
          </p:nvPr>
        </p:nvSpPr>
        <p:spPr>
          <a:xfrm>
            <a:off x="6054245" y="3536782"/>
            <a:ext cx="19752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030" name="Google Shape;1030;p27"/>
          <p:cNvSpPr txBox="1"/>
          <p:nvPr>
            <p:ph idx="7" type="subTitle"/>
          </p:nvPr>
        </p:nvSpPr>
        <p:spPr>
          <a:xfrm>
            <a:off x="1113055" y="2222888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031" name="Google Shape;1031;p27"/>
          <p:cNvSpPr txBox="1"/>
          <p:nvPr>
            <p:ph idx="8" type="subTitle"/>
          </p:nvPr>
        </p:nvSpPr>
        <p:spPr>
          <a:xfrm>
            <a:off x="3582900" y="2222888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032" name="Google Shape;1032;p27"/>
          <p:cNvSpPr txBox="1"/>
          <p:nvPr>
            <p:ph idx="9" type="subTitle"/>
          </p:nvPr>
        </p:nvSpPr>
        <p:spPr>
          <a:xfrm>
            <a:off x="6052745" y="2222888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033" name="Google Shape;1033;p27"/>
          <p:cNvSpPr txBox="1"/>
          <p:nvPr>
            <p:ph idx="13" type="subTitle"/>
          </p:nvPr>
        </p:nvSpPr>
        <p:spPr>
          <a:xfrm>
            <a:off x="1113055" y="32741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034" name="Google Shape;1034;p27"/>
          <p:cNvSpPr txBox="1"/>
          <p:nvPr>
            <p:ph idx="14" type="subTitle"/>
          </p:nvPr>
        </p:nvSpPr>
        <p:spPr>
          <a:xfrm>
            <a:off x="3582900" y="32741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035" name="Google Shape;1035;p27"/>
          <p:cNvSpPr txBox="1"/>
          <p:nvPr>
            <p:ph idx="15" type="subTitle"/>
          </p:nvPr>
        </p:nvSpPr>
        <p:spPr>
          <a:xfrm>
            <a:off x="6052745" y="32741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1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grpSp>
        <p:nvGrpSpPr>
          <p:cNvPr id="1036" name="Google Shape;1036;p27"/>
          <p:cNvGrpSpPr/>
          <p:nvPr/>
        </p:nvGrpSpPr>
        <p:grpSpPr>
          <a:xfrm>
            <a:off x="-631463" y="2912075"/>
            <a:ext cx="1949874" cy="6294300"/>
            <a:chOff x="-631463" y="2912075"/>
            <a:chExt cx="1949874" cy="6294300"/>
          </a:xfrm>
        </p:grpSpPr>
        <p:sp>
          <p:nvSpPr>
            <p:cNvPr id="1037" name="Google Shape;1037;p27"/>
            <p:cNvSpPr/>
            <p:nvPr/>
          </p:nvSpPr>
          <p:spPr>
            <a:xfrm rot="-5400000">
              <a:off x="-3015113" y="5295725"/>
              <a:ext cx="6294300" cy="1527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8" name="Google Shape;1038;p27"/>
            <p:cNvSpPr/>
            <p:nvPr/>
          </p:nvSpPr>
          <p:spPr>
            <a:xfrm rot="-5400000">
              <a:off x="589111" y="4683048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9" name="Google Shape;1039;p27"/>
            <p:cNvSpPr/>
            <p:nvPr/>
          </p:nvSpPr>
          <p:spPr>
            <a:xfrm rot="-5400000">
              <a:off x="187361" y="3369948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0" name="Google Shape;1040;p27"/>
            <p:cNvSpPr/>
            <p:nvPr/>
          </p:nvSpPr>
          <p:spPr>
            <a:xfrm rot="-5400000">
              <a:off x="436361" y="4164548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1" name="Google Shape;1041;p27"/>
            <p:cNvSpPr/>
            <p:nvPr/>
          </p:nvSpPr>
          <p:spPr>
            <a:xfrm rot="-5400000">
              <a:off x="-233630" y="4497583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1042" name="Google Shape;1042;p27"/>
            <p:cNvSpPr/>
            <p:nvPr/>
          </p:nvSpPr>
          <p:spPr>
            <a:xfrm rot="-5400000">
              <a:off x="211423" y="3891748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3" name="Google Shape;1043;p27"/>
          <p:cNvGrpSpPr/>
          <p:nvPr/>
        </p:nvGrpSpPr>
        <p:grpSpPr>
          <a:xfrm>
            <a:off x="-589309" y="282438"/>
            <a:ext cx="10225539" cy="2463220"/>
            <a:chOff x="-589309" y="282438"/>
            <a:chExt cx="10225539" cy="2463220"/>
          </a:xfrm>
        </p:grpSpPr>
        <p:sp>
          <p:nvSpPr>
            <p:cNvPr id="1044" name="Google Shape;1044;p27"/>
            <p:cNvSpPr/>
            <p:nvPr/>
          </p:nvSpPr>
          <p:spPr>
            <a:xfrm rot="-1350516">
              <a:off x="-469518" y="431168"/>
              <a:ext cx="938817" cy="81224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5" name="Google Shape;1045;p27"/>
            <p:cNvSpPr/>
            <p:nvPr/>
          </p:nvSpPr>
          <p:spPr>
            <a:xfrm rot="658775">
              <a:off x="8628787" y="1851443"/>
              <a:ext cx="938784" cy="81223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7" name="Google Shape;1047;p28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1048" name="Google Shape;1048;p28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9" name="Google Shape;1049;p28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0" name="Google Shape;1050;p28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1" name="Google Shape;1051;p28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2" name="Google Shape;1052;p28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3" name="Google Shape;1053;p28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4" name="Google Shape;1054;p28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5" name="Google Shape;1055;p28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6" name="Google Shape;1056;p28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7" name="Google Shape;1057;p28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8" name="Google Shape;1058;p28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9" name="Google Shape;1059;p28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0" name="Google Shape;1060;p28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1" name="Google Shape;1061;p28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2" name="Google Shape;1062;p28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3" name="Google Shape;1063;p28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4" name="Google Shape;1064;p28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5" name="Google Shape;1065;p28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28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7" name="Google Shape;1067;p28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" name="Google Shape;1068;p28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9" name="Google Shape;1069;p28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0" name="Google Shape;1070;p28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71" name="Google Shape;1071;p28"/>
          <p:cNvSpPr txBox="1"/>
          <p:nvPr>
            <p:ph hasCustomPrompt="1" type="title"/>
          </p:nvPr>
        </p:nvSpPr>
        <p:spPr>
          <a:xfrm>
            <a:off x="2223600" y="744272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t>xx%</a:t>
            </a:r>
          </a:p>
        </p:txBody>
      </p:sp>
      <p:sp>
        <p:nvSpPr>
          <p:cNvPr id="1072" name="Google Shape;1072;p28"/>
          <p:cNvSpPr txBox="1"/>
          <p:nvPr>
            <p:ph idx="1" type="subTitle"/>
          </p:nvPr>
        </p:nvSpPr>
        <p:spPr>
          <a:xfrm>
            <a:off x="2223600" y="1426073"/>
            <a:ext cx="46968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3" name="Google Shape;1073;p28"/>
          <p:cNvSpPr txBox="1"/>
          <p:nvPr>
            <p:ph hasCustomPrompt="1" idx="2" type="title"/>
          </p:nvPr>
        </p:nvSpPr>
        <p:spPr>
          <a:xfrm>
            <a:off x="2223600" y="204197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t>xx%</a:t>
            </a:r>
          </a:p>
        </p:txBody>
      </p:sp>
      <p:sp>
        <p:nvSpPr>
          <p:cNvPr id="1074" name="Google Shape;1074;p28"/>
          <p:cNvSpPr txBox="1"/>
          <p:nvPr>
            <p:ph idx="3" type="subTitle"/>
          </p:nvPr>
        </p:nvSpPr>
        <p:spPr>
          <a:xfrm>
            <a:off x="2223600" y="2726350"/>
            <a:ext cx="46968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5" name="Google Shape;1075;p28"/>
          <p:cNvSpPr txBox="1"/>
          <p:nvPr>
            <p:ph hasCustomPrompt="1" idx="4" type="title"/>
          </p:nvPr>
        </p:nvSpPr>
        <p:spPr>
          <a:xfrm>
            <a:off x="2223600" y="3339685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Font typeface="Lexend"/>
              <a:buNone/>
              <a:defRPr sz="6000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t>xx%</a:t>
            </a:r>
          </a:p>
        </p:txBody>
      </p:sp>
      <p:sp>
        <p:nvSpPr>
          <p:cNvPr id="1076" name="Google Shape;1076;p28"/>
          <p:cNvSpPr txBox="1"/>
          <p:nvPr>
            <p:ph idx="5" type="subTitle"/>
          </p:nvPr>
        </p:nvSpPr>
        <p:spPr>
          <a:xfrm>
            <a:off x="2223600" y="4026628"/>
            <a:ext cx="46968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077" name="Google Shape;1077;p28"/>
          <p:cNvGrpSpPr/>
          <p:nvPr/>
        </p:nvGrpSpPr>
        <p:grpSpPr>
          <a:xfrm>
            <a:off x="1466275" y="-1086512"/>
            <a:ext cx="5994350" cy="7143713"/>
            <a:chOff x="1466275" y="-1086512"/>
            <a:chExt cx="5994350" cy="7143713"/>
          </a:xfrm>
        </p:grpSpPr>
        <p:sp>
          <p:nvSpPr>
            <p:cNvPr id="1078" name="Google Shape;1078;p28"/>
            <p:cNvSpPr/>
            <p:nvPr/>
          </p:nvSpPr>
          <p:spPr>
            <a:xfrm>
              <a:off x="5834325" y="-108651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9" name="Google Shape;1079;p28"/>
            <p:cNvSpPr/>
            <p:nvPr/>
          </p:nvSpPr>
          <p:spPr>
            <a:xfrm>
              <a:off x="1466275" y="460400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0" name="Google Shape;1080;p28"/>
          <p:cNvGrpSpPr/>
          <p:nvPr/>
        </p:nvGrpSpPr>
        <p:grpSpPr>
          <a:xfrm>
            <a:off x="-828439" y="-4951898"/>
            <a:ext cx="2410075" cy="8322312"/>
            <a:chOff x="-828439" y="-4951898"/>
            <a:chExt cx="2410075" cy="8322312"/>
          </a:xfrm>
        </p:grpSpPr>
        <p:sp>
          <p:nvSpPr>
            <p:cNvPr id="1081" name="Google Shape;1081;p28"/>
            <p:cNvSpPr/>
            <p:nvPr/>
          </p:nvSpPr>
          <p:spPr>
            <a:xfrm rot="-5400000">
              <a:off x="-3826939" y="-1953398"/>
              <a:ext cx="7917900" cy="1920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2" name="Google Shape;1082;p28"/>
            <p:cNvSpPr/>
            <p:nvPr/>
          </p:nvSpPr>
          <p:spPr>
            <a:xfrm rot="-5400000">
              <a:off x="852336" y="383223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3" name="Google Shape;1083;p28"/>
            <p:cNvSpPr/>
            <p:nvPr/>
          </p:nvSpPr>
          <p:spPr>
            <a:xfrm rot="-5400000">
              <a:off x="448286" y="33423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4" name="Google Shape;1084;p28"/>
            <p:cNvSpPr/>
            <p:nvPr/>
          </p:nvSpPr>
          <p:spPr>
            <a:xfrm rot="-5400000">
              <a:off x="614811" y="1073723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5" name="Google Shape;1085;p28"/>
            <p:cNvSpPr/>
            <p:nvPr/>
          </p:nvSpPr>
          <p:spPr>
            <a:xfrm rot="-5400000">
              <a:off x="68945" y="1681883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1086" name="Google Shape;1086;p28"/>
            <p:cNvSpPr/>
            <p:nvPr/>
          </p:nvSpPr>
          <p:spPr>
            <a:xfrm rot="-5400000">
              <a:off x="513998" y="69747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7" name="Google Shape;1087;p28"/>
            <p:cNvSpPr/>
            <p:nvPr/>
          </p:nvSpPr>
          <p:spPr>
            <a:xfrm rot="-1350516">
              <a:off x="195782" y="2409443"/>
              <a:ext cx="938817" cy="81224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28"/>
          <p:cNvGrpSpPr/>
          <p:nvPr/>
        </p:nvGrpSpPr>
        <p:grpSpPr>
          <a:xfrm>
            <a:off x="7614936" y="1695852"/>
            <a:ext cx="2410075" cy="8322312"/>
            <a:chOff x="7614936" y="1695852"/>
            <a:chExt cx="2410075" cy="8322312"/>
          </a:xfrm>
        </p:grpSpPr>
        <p:sp>
          <p:nvSpPr>
            <p:cNvPr id="1089" name="Google Shape;1089;p28"/>
            <p:cNvSpPr/>
            <p:nvPr/>
          </p:nvSpPr>
          <p:spPr>
            <a:xfrm rot="5400000">
              <a:off x="5105611" y="5098763"/>
              <a:ext cx="7917900" cy="1920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0" name="Google Shape;1090;p28"/>
            <p:cNvSpPr/>
            <p:nvPr/>
          </p:nvSpPr>
          <p:spPr>
            <a:xfrm rot="5400000">
              <a:off x="7614936" y="3953741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1" name="Google Shape;1091;p28"/>
            <p:cNvSpPr/>
            <p:nvPr/>
          </p:nvSpPr>
          <p:spPr>
            <a:xfrm rot="5400000">
              <a:off x="8398486" y="4683041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2" name="Google Shape;1092;p28"/>
            <p:cNvSpPr/>
            <p:nvPr/>
          </p:nvSpPr>
          <p:spPr>
            <a:xfrm rot="5400000">
              <a:off x="8480961" y="3891741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3" name="Google Shape;1093;p28"/>
            <p:cNvSpPr/>
            <p:nvPr/>
          </p:nvSpPr>
          <p:spPr>
            <a:xfrm rot="5400000">
              <a:off x="8248721" y="3171556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1094" name="Google Shape;1094;p28"/>
            <p:cNvSpPr/>
            <p:nvPr/>
          </p:nvSpPr>
          <p:spPr>
            <a:xfrm rot="5400000">
              <a:off x="8581773" y="4267991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5" name="Google Shape;1095;p28"/>
            <p:cNvSpPr/>
            <p:nvPr/>
          </p:nvSpPr>
          <p:spPr>
            <a:xfrm rot="9449484">
              <a:off x="8061973" y="1844582"/>
              <a:ext cx="938817" cy="81224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7" name="Google Shape;1097;p29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1098" name="Google Shape;1098;p29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9" name="Google Shape;1099;p29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0" name="Google Shape;1100;p29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1" name="Google Shape;1101;p29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2" name="Google Shape;1102;p29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3" name="Google Shape;1103;p29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4" name="Google Shape;1104;p29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5" name="Google Shape;1105;p29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6" name="Google Shape;1106;p29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7" name="Google Shape;1107;p29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8" name="Google Shape;1108;p29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9" name="Google Shape;1109;p29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0" name="Google Shape;1110;p29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1" name="Google Shape;1111;p29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2" name="Google Shape;1112;p29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3" name="Google Shape;1113;p29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4" name="Google Shape;1114;p29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5" name="Google Shape;1115;p29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6" name="Google Shape;1116;p29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7" name="Google Shape;1117;p29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8" name="Google Shape;1118;p29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9" name="Google Shape;1119;p29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0" name="Google Shape;1120;p29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21" name="Google Shape;1121;p29"/>
          <p:cNvSpPr txBox="1"/>
          <p:nvPr>
            <p:ph type="title"/>
          </p:nvPr>
        </p:nvSpPr>
        <p:spPr>
          <a:xfrm>
            <a:off x="2347950" y="805625"/>
            <a:ext cx="4448100" cy="10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22" name="Google Shape;1122;p29"/>
          <p:cNvSpPr txBox="1"/>
          <p:nvPr>
            <p:ph idx="1" type="subTitle"/>
          </p:nvPr>
        </p:nvSpPr>
        <p:spPr>
          <a:xfrm>
            <a:off x="2347900" y="1746525"/>
            <a:ext cx="4448100" cy="100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123" name="Google Shape;1123;p29"/>
          <p:cNvGrpSpPr/>
          <p:nvPr/>
        </p:nvGrpSpPr>
        <p:grpSpPr>
          <a:xfrm flipH="1" rot="10800000">
            <a:off x="-519750" y="-821900"/>
            <a:ext cx="10369825" cy="6798813"/>
            <a:chOff x="-519750" y="-741612"/>
            <a:chExt cx="10369825" cy="6798813"/>
          </a:xfrm>
        </p:grpSpPr>
        <p:sp>
          <p:nvSpPr>
            <p:cNvPr id="1124" name="Google Shape;1124;p29"/>
            <p:cNvSpPr/>
            <p:nvPr/>
          </p:nvSpPr>
          <p:spPr>
            <a:xfrm>
              <a:off x="8223775" y="-74161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5" name="Google Shape;1125;p29"/>
            <p:cNvSpPr/>
            <p:nvPr/>
          </p:nvSpPr>
          <p:spPr>
            <a:xfrm>
              <a:off x="-519750" y="460400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6" name="Google Shape;1126;p29"/>
          <p:cNvGrpSpPr/>
          <p:nvPr/>
        </p:nvGrpSpPr>
        <p:grpSpPr>
          <a:xfrm flipH="1" rot="10800000">
            <a:off x="-4756678" y="3639650"/>
            <a:ext cx="8220278" cy="2682675"/>
            <a:chOff x="-4756678" y="-1087025"/>
            <a:chExt cx="8220278" cy="2682675"/>
          </a:xfrm>
        </p:grpSpPr>
        <p:sp>
          <p:nvSpPr>
            <p:cNvPr id="1127" name="Google Shape;1127;p29"/>
            <p:cNvSpPr/>
            <p:nvPr/>
          </p:nvSpPr>
          <p:spPr>
            <a:xfrm rot="10800000">
              <a:off x="-470025" y="783550"/>
              <a:ext cx="939000" cy="8121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8" name="Google Shape;1128;p29"/>
            <p:cNvSpPr/>
            <p:nvPr/>
          </p:nvSpPr>
          <p:spPr>
            <a:xfrm>
              <a:off x="-4756678" y="-1087025"/>
              <a:ext cx="7917900" cy="1920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9" name="Google Shape;1129;p29"/>
            <p:cNvSpPr/>
            <p:nvPr/>
          </p:nvSpPr>
          <p:spPr>
            <a:xfrm>
              <a:off x="2734300" y="-426750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0" name="Google Shape;1130;p29"/>
            <p:cNvSpPr/>
            <p:nvPr/>
          </p:nvSpPr>
          <p:spPr>
            <a:xfrm>
              <a:off x="2038650" y="189700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1" name="Google Shape;1131;p29"/>
            <p:cNvSpPr/>
            <p:nvPr/>
          </p:nvSpPr>
          <p:spPr>
            <a:xfrm>
              <a:off x="1592000" y="314200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2" name="Google Shape;1132;p29"/>
            <p:cNvSpPr/>
            <p:nvPr/>
          </p:nvSpPr>
          <p:spPr>
            <a:xfrm>
              <a:off x="194125" y="143399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1133" name="Google Shape;1133;p29"/>
            <p:cNvSpPr/>
            <p:nvPr/>
          </p:nvSpPr>
          <p:spPr>
            <a:xfrm>
              <a:off x="1298000" y="539488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29"/>
          <p:cNvGrpSpPr/>
          <p:nvPr/>
        </p:nvGrpSpPr>
        <p:grpSpPr>
          <a:xfrm flipH="1" rot="10800000">
            <a:off x="5224575" y="-1087025"/>
            <a:ext cx="8332272" cy="2641425"/>
            <a:chOff x="5224575" y="3680900"/>
            <a:chExt cx="8332272" cy="2641425"/>
          </a:xfrm>
        </p:grpSpPr>
        <p:sp>
          <p:nvSpPr>
            <p:cNvPr id="1135" name="Google Shape;1135;p29"/>
            <p:cNvSpPr/>
            <p:nvPr/>
          </p:nvSpPr>
          <p:spPr>
            <a:xfrm>
              <a:off x="8699850" y="3680900"/>
              <a:ext cx="939000" cy="8121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6" name="Google Shape;1136;p29"/>
            <p:cNvSpPr/>
            <p:nvPr/>
          </p:nvSpPr>
          <p:spPr>
            <a:xfrm>
              <a:off x="5638947" y="4401425"/>
              <a:ext cx="7917900" cy="1920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7" name="Google Shape;1137;p29"/>
            <p:cNvSpPr/>
            <p:nvPr/>
          </p:nvSpPr>
          <p:spPr>
            <a:xfrm>
              <a:off x="6552925" y="46964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1138" name="Google Shape;1138;p29"/>
            <p:cNvSpPr/>
            <p:nvPr/>
          </p:nvSpPr>
          <p:spPr>
            <a:xfrm>
              <a:off x="5224575" y="4768625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9" name="Google Shape;1139;p29"/>
            <p:cNvSpPr/>
            <p:nvPr/>
          </p:nvSpPr>
          <p:spPr>
            <a:xfrm>
              <a:off x="8080975" y="4696425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0" name="Google Shape;1140;p29"/>
            <p:cNvSpPr/>
            <p:nvPr/>
          </p:nvSpPr>
          <p:spPr>
            <a:xfrm>
              <a:off x="7627800" y="4986088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1" name="Google Shape;1141;p29"/>
            <p:cNvSpPr/>
            <p:nvPr/>
          </p:nvSpPr>
          <p:spPr>
            <a:xfrm>
              <a:off x="8758950" y="4696425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2" name="Google Shape;1142;p29"/>
          <p:cNvSpPr txBox="1"/>
          <p:nvPr/>
        </p:nvSpPr>
        <p:spPr>
          <a:xfrm>
            <a:off x="2347900" y="2790500"/>
            <a:ext cx="4448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CREDITS: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infographics &amp; images by </a:t>
            </a:r>
            <a:r>
              <a:rPr b="1" lang="en" sz="1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4" name="Google Shape;1144;p30"/>
          <p:cNvGrpSpPr/>
          <p:nvPr/>
        </p:nvGrpSpPr>
        <p:grpSpPr>
          <a:xfrm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1145" name="Google Shape;1145;p30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6" name="Google Shape;1146;p30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7" name="Google Shape;1147;p30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8" name="Google Shape;1148;p30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9" name="Google Shape;1149;p30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0" name="Google Shape;1150;p30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1" name="Google Shape;1151;p30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2" name="Google Shape;1152;p30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3" name="Google Shape;1153;p30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4" name="Google Shape;1154;p30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5" name="Google Shape;1155;p30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6" name="Google Shape;1156;p30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7" name="Google Shape;1157;p30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8" name="Google Shape;1158;p30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9" name="Google Shape;1159;p30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0" name="Google Shape;1160;p30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1" name="Google Shape;1161;p30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2" name="Google Shape;1162;p30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3" name="Google Shape;1163;p30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4" name="Google Shape;1164;p30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5" name="Google Shape;1165;p30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6" name="Google Shape;1166;p30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7" name="Google Shape;1167;p30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68" name="Google Shape;1168;p30"/>
          <p:cNvGrpSpPr/>
          <p:nvPr/>
        </p:nvGrpSpPr>
        <p:grpSpPr>
          <a:xfrm>
            <a:off x="-519750" y="-741612"/>
            <a:ext cx="10369825" cy="6798813"/>
            <a:chOff x="-519750" y="-741612"/>
            <a:chExt cx="10369825" cy="6798813"/>
          </a:xfrm>
        </p:grpSpPr>
        <p:sp>
          <p:nvSpPr>
            <p:cNvPr id="1169" name="Google Shape;1169;p30"/>
            <p:cNvSpPr/>
            <p:nvPr/>
          </p:nvSpPr>
          <p:spPr>
            <a:xfrm>
              <a:off x="8223775" y="-74161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0" name="Google Shape;1170;p30"/>
            <p:cNvSpPr/>
            <p:nvPr/>
          </p:nvSpPr>
          <p:spPr>
            <a:xfrm>
              <a:off x="-519750" y="460400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1" name="Google Shape;1171;p30"/>
          <p:cNvGrpSpPr/>
          <p:nvPr/>
        </p:nvGrpSpPr>
        <p:grpSpPr>
          <a:xfrm>
            <a:off x="-4756678" y="-1087025"/>
            <a:ext cx="8220278" cy="2682675"/>
            <a:chOff x="-4756678" y="-1087025"/>
            <a:chExt cx="8220278" cy="2682675"/>
          </a:xfrm>
        </p:grpSpPr>
        <p:sp>
          <p:nvSpPr>
            <p:cNvPr id="1172" name="Google Shape;1172;p30"/>
            <p:cNvSpPr/>
            <p:nvPr/>
          </p:nvSpPr>
          <p:spPr>
            <a:xfrm rot="10800000">
              <a:off x="-470025" y="783550"/>
              <a:ext cx="939000" cy="8121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3" name="Google Shape;1173;p30"/>
            <p:cNvSpPr/>
            <p:nvPr/>
          </p:nvSpPr>
          <p:spPr>
            <a:xfrm>
              <a:off x="-4756678" y="-1087025"/>
              <a:ext cx="7917900" cy="1920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4" name="Google Shape;1174;p30"/>
            <p:cNvSpPr/>
            <p:nvPr/>
          </p:nvSpPr>
          <p:spPr>
            <a:xfrm>
              <a:off x="2734300" y="-426750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5" name="Google Shape;1175;p30"/>
            <p:cNvSpPr/>
            <p:nvPr/>
          </p:nvSpPr>
          <p:spPr>
            <a:xfrm>
              <a:off x="2038650" y="189700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6" name="Google Shape;1176;p30"/>
            <p:cNvSpPr/>
            <p:nvPr/>
          </p:nvSpPr>
          <p:spPr>
            <a:xfrm>
              <a:off x="1592000" y="314200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7" name="Google Shape;1177;p30"/>
            <p:cNvSpPr/>
            <p:nvPr/>
          </p:nvSpPr>
          <p:spPr>
            <a:xfrm>
              <a:off x="194125" y="143399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1178" name="Google Shape;1178;p30"/>
            <p:cNvSpPr/>
            <p:nvPr/>
          </p:nvSpPr>
          <p:spPr>
            <a:xfrm>
              <a:off x="1298000" y="539488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9" name="Google Shape;1179;p30"/>
          <p:cNvGrpSpPr/>
          <p:nvPr/>
        </p:nvGrpSpPr>
        <p:grpSpPr>
          <a:xfrm>
            <a:off x="5224575" y="3680900"/>
            <a:ext cx="8332272" cy="2641425"/>
            <a:chOff x="5224575" y="3680900"/>
            <a:chExt cx="8332272" cy="2641425"/>
          </a:xfrm>
        </p:grpSpPr>
        <p:sp>
          <p:nvSpPr>
            <p:cNvPr id="1180" name="Google Shape;1180;p30"/>
            <p:cNvSpPr/>
            <p:nvPr/>
          </p:nvSpPr>
          <p:spPr>
            <a:xfrm>
              <a:off x="8699850" y="3680900"/>
              <a:ext cx="939000" cy="81210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1" name="Google Shape;1181;p30"/>
            <p:cNvSpPr/>
            <p:nvPr/>
          </p:nvSpPr>
          <p:spPr>
            <a:xfrm>
              <a:off x="5638947" y="4401425"/>
              <a:ext cx="7917900" cy="19209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2" name="Google Shape;1182;p30"/>
            <p:cNvSpPr/>
            <p:nvPr/>
          </p:nvSpPr>
          <p:spPr>
            <a:xfrm>
              <a:off x="6552925" y="4696424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1183" name="Google Shape;1183;p30"/>
            <p:cNvSpPr/>
            <p:nvPr/>
          </p:nvSpPr>
          <p:spPr>
            <a:xfrm>
              <a:off x="5224575" y="4768625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4" name="Google Shape;1184;p30"/>
            <p:cNvSpPr/>
            <p:nvPr/>
          </p:nvSpPr>
          <p:spPr>
            <a:xfrm>
              <a:off x="8080975" y="4696425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5" name="Google Shape;1185;p30"/>
            <p:cNvSpPr/>
            <p:nvPr/>
          </p:nvSpPr>
          <p:spPr>
            <a:xfrm>
              <a:off x="7627800" y="4986088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6" name="Google Shape;1186;p30"/>
            <p:cNvSpPr/>
            <p:nvPr/>
          </p:nvSpPr>
          <p:spPr>
            <a:xfrm>
              <a:off x="8758950" y="4696425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8" name="Google Shape;1188;p31"/>
          <p:cNvGrpSpPr/>
          <p:nvPr/>
        </p:nvGrpSpPr>
        <p:grpSpPr>
          <a:xfrm flipH="1" rot="10800000">
            <a:off x="323424" y="-93100"/>
            <a:ext cx="8497153" cy="5311500"/>
            <a:chOff x="312900" y="-93100"/>
            <a:chExt cx="8578650" cy="5311500"/>
          </a:xfrm>
        </p:grpSpPr>
        <p:cxnSp>
          <p:nvCxnSpPr>
            <p:cNvPr id="1189" name="Google Shape;1189;p31"/>
            <p:cNvCxnSpPr/>
            <p:nvPr/>
          </p:nvCxnSpPr>
          <p:spPr>
            <a:xfrm>
              <a:off x="312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0" name="Google Shape;1190;p31"/>
            <p:cNvCxnSpPr/>
            <p:nvPr/>
          </p:nvCxnSpPr>
          <p:spPr>
            <a:xfrm>
              <a:off x="700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1" name="Google Shape;1191;p31"/>
            <p:cNvCxnSpPr/>
            <p:nvPr/>
          </p:nvCxnSpPr>
          <p:spPr>
            <a:xfrm>
              <a:off x="1102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2" name="Google Shape;1192;p31"/>
            <p:cNvCxnSpPr/>
            <p:nvPr/>
          </p:nvCxnSpPr>
          <p:spPr>
            <a:xfrm>
              <a:off x="1490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3" name="Google Shape;1193;p31"/>
            <p:cNvCxnSpPr/>
            <p:nvPr/>
          </p:nvCxnSpPr>
          <p:spPr>
            <a:xfrm>
              <a:off x="18619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4" name="Google Shape;1194;p31"/>
            <p:cNvCxnSpPr/>
            <p:nvPr/>
          </p:nvCxnSpPr>
          <p:spPr>
            <a:xfrm>
              <a:off x="224980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5" name="Google Shape;1195;p31"/>
            <p:cNvCxnSpPr/>
            <p:nvPr/>
          </p:nvCxnSpPr>
          <p:spPr>
            <a:xfrm>
              <a:off x="26515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6" name="Google Shape;1196;p31"/>
            <p:cNvCxnSpPr/>
            <p:nvPr/>
          </p:nvCxnSpPr>
          <p:spPr>
            <a:xfrm>
              <a:off x="3039438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7" name="Google Shape;1197;p31"/>
            <p:cNvCxnSpPr/>
            <p:nvPr/>
          </p:nvCxnSpPr>
          <p:spPr>
            <a:xfrm>
              <a:off x="343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8" name="Google Shape;1198;p31"/>
            <p:cNvCxnSpPr/>
            <p:nvPr/>
          </p:nvCxnSpPr>
          <p:spPr>
            <a:xfrm>
              <a:off x="382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9" name="Google Shape;1199;p31"/>
            <p:cNvCxnSpPr/>
            <p:nvPr/>
          </p:nvCxnSpPr>
          <p:spPr>
            <a:xfrm>
              <a:off x="422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0" name="Google Shape;1200;p31"/>
            <p:cNvCxnSpPr/>
            <p:nvPr/>
          </p:nvCxnSpPr>
          <p:spPr>
            <a:xfrm>
              <a:off x="461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1" name="Google Shape;1201;p31"/>
            <p:cNvCxnSpPr/>
            <p:nvPr/>
          </p:nvCxnSpPr>
          <p:spPr>
            <a:xfrm>
              <a:off x="498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2" name="Google Shape;1202;p31"/>
            <p:cNvCxnSpPr/>
            <p:nvPr/>
          </p:nvCxnSpPr>
          <p:spPr>
            <a:xfrm>
              <a:off x="536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3" name="Google Shape;1203;p31"/>
            <p:cNvCxnSpPr/>
            <p:nvPr/>
          </p:nvCxnSpPr>
          <p:spPr>
            <a:xfrm>
              <a:off x="577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4" name="Google Shape;1204;p31"/>
            <p:cNvCxnSpPr/>
            <p:nvPr/>
          </p:nvCxnSpPr>
          <p:spPr>
            <a:xfrm>
              <a:off x="6159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5" name="Google Shape;1205;p31"/>
            <p:cNvCxnSpPr/>
            <p:nvPr/>
          </p:nvCxnSpPr>
          <p:spPr>
            <a:xfrm>
              <a:off x="6552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6" name="Google Shape;1206;p31"/>
            <p:cNvCxnSpPr/>
            <p:nvPr/>
          </p:nvCxnSpPr>
          <p:spPr>
            <a:xfrm>
              <a:off x="6940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7" name="Google Shape;1207;p31"/>
            <p:cNvCxnSpPr/>
            <p:nvPr/>
          </p:nvCxnSpPr>
          <p:spPr>
            <a:xfrm>
              <a:off x="7342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8" name="Google Shape;1208;p31"/>
            <p:cNvCxnSpPr/>
            <p:nvPr/>
          </p:nvCxnSpPr>
          <p:spPr>
            <a:xfrm>
              <a:off x="77304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9" name="Google Shape;1209;p31"/>
            <p:cNvCxnSpPr/>
            <p:nvPr/>
          </p:nvCxnSpPr>
          <p:spPr>
            <a:xfrm>
              <a:off x="81019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0" name="Google Shape;1210;p31"/>
            <p:cNvCxnSpPr/>
            <p:nvPr/>
          </p:nvCxnSpPr>
          <p:spPr>
            <a:xfrm>
              <a:off x="8489813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1" name="Google Shape;1211;p31"/>
            <p:cNvCxnSpPr/>
            <p:nvPr/>
          </p:nvCxnSpPr>
          <p:spPr>
            <a:xfrm>
              <a:off x="8891550" y="-93100"/>
              <a:ext cx="0" cy="5311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12" name="Google Shape;1212;p31"/>
          <p:cNvGrpSpPr/>
          <p:nvPr/>
        </p:nvGrpSpPr>
        <p:grpSpPr>
          <a:xfrm flipH="1" rot="10800000">
            <a:off x="-922550" y="-1071625"/>
            <a:ext cx="10609700" cy="6467463"/>
            <a:chOff x="-922550" y="-237460"/>
            <a:chExt cx="10609700" cy="6467463"/>
          </a:xfrm>
        </p:grpSpPr>
        <p:sp>
          <p:nvSpPr>
            <p:cNvPr id="1213" name="Google Shape;1213;p31"/>
            <p:cNvSpPr/>
            <p:nvPr/>
          </p:nvSpPr>
          <p:spPr>
            <a:xfrm flipH="1" rot="10800000">
              <a:off x="8060850" y="4604002"/>
              <a:ext cx="1626300" cy="16260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4" name="Google Shape;1214;p31"/>
            <p:cNvSpPr/>
            <p:nvPr/>
          </p:nvSpPr>
          <p:spPr>
            <a:xfrm flipH="1" rot="10800000">
              <a:off x="-922550" y="-237460"/>
              <a:ext cx="1453200" cy="1453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15" name="Google Shape;1215;p31"/>
          <p:cNvSpPr/>
          <p:nvPr/>
        </p:nvSpPr>
        <p:spPr>
          <a:xfrm rot="9449484">
            <a:off x="243823" y="15544"/>
            <a:ext cx="938817" cy="81224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6" name="Google Shape;1216;p31"/>
          <p:cNvGrpSpPr/>
          <p:nvPr/>
        </p:nvGrpSpPr>
        <p:grpSpPr>
          <a:xfrm flipH="1" rot="10800000">
            <a:off x="7733161" y="2074402"/>
            <a:ext cx="2049576" cy="6594000"/>
            <a:chOff x="7733161" y="-3510025"/>
            <a:chExt cx="2049576" cy="6594000"/>
          </a:xfrm>
        </p:grpSpPr>
        <p:sp>
          <p:nvSpPr>
            <p:cNvPr id="1217" name="Google Shape;1217;p31"/>
            <p:cNvSpPr/>
            <p:nvPr/>
          </p:nvSpPr>
          <p:spPr>
            <a:xfrm flipH="1" rot="5400000">
              <a:off x="5685937" y="-1012825"/>
              <a:ext cx="6594000" cy="15996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8" name="Google Shape;1218;p31"/>
            <p:cNvSpPr/>
            <p:nvPr/>
          </p:nvSpPr>
          <p:spPr>
            <a:xfrm flipH="1" rot="5400000">
              <a:off x="7733161" y="-482302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9" name="Google Shape;1219;p31"/>
            <p:cNvSpPr/>
            <p:nvPr/>
          </p:nvSpPr>
          <p:spPr>
            <a:xfrm flipH="1" rot="5400000">
              <a:off x="8699111" y="1166048"/>
              <a:ext cx="349800" cy="3498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0" name="Google Shape;1220;p31"/>
            <p:cNvSpPr/>
            <p:nvPr/>
          </p:nvSpPr>
          <p:spPr>
            <a:xfrm flipH="1" rot="5400000">
              <a:off x="8682586" y="1768823"/>
              <a:ext cx="100800" cy="100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1" name="Google Shape;1221;p31"/>
            <p:cNvSpPr/>
            <p:nvPr/>
          </p:nvSpPr>
          <p:spPr>
            <a:xfrm flipH="1" rot="5400000">
              <a:off x="8481446" y="2349058"/>
              <a:ext cx="878906" cy="2128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solidFill>
                    <a:schemeClr val="lt1"/>
                  </a:solidFill>
                  <a:latin typeface="Arial"/>
                </a:rPr>
                <a:t>///////////</a:t>
              </a:r>
            </a:p>
          </p:txBody>
        </p:sp>
        <p:sp>
          <p:nvSpPr>
            <p:cNvPr id="1222" name="Google Shape;1222;p31"/>
            <p:cNvSpPr/>
            <p:nvPr/>
          </p:nvSpPr>
          <p:spPr>
            <a:xfrm flipH="1" rot="5400000">
              <a:off x="8682573" y="898373"/>
              <a:ext cx="100800" cy="100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3" name="Google Shape;1223;p31"/>
            <p:cNvSpPr/>
            <p:nvPr/>
          </p:nvSpPr>
          <p:spPr>
            <a:xfrm flipH="1" rot="5400000">
              <a:off x="8775311" y="55948"/>
              <a:ext cx="729300" cy="729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Medium"/>
              <a:buNone/>
              <a:defRPr sz="35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kaggle.com/datasets/nguyentiennhan/vietnam-housing-dataset-2024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32"/>
          <p:cNvSpPr/>
          <p:nvPr/>
        </p:nvSpPr>
        <p:spPr>
          <a:xfrm>
            <a:off x="3410900" y="3701925"/>
            <a:ext cx="2311800" cy="10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9" name="Google Shape;1229;p32"/>
          <p:cNvGrpSpPr/>
          <p:nvPr/>
        </p:nvGrpSpPr>
        <p:grpSpPr>
          <a:xfrm>
            <a:off x="4843250" y="101277"/>
            <a:ext cx="4300750" cy="654001"/>
            <a:chOff x="3937525" y="101277"/>
            <a:chExt cx="4300750" cy="654001"/>
          </a:xfrm>
        </p:grpSpPr>
        <p:pic>
          <p:nvPicPr>
            <p:cNvPr id="1230" name="Google Shape;123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37525" y="101277"/>
              <a:ext cx="809052" cy="65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1" name="Google Shape;1231;p32"/>
            <p:cNvSpPr txBox="1"/>
            <p:nvPr/>
          </p:nvSpPr>
          <p:spPr>
            <a:xfrm>
              <a:off x="4746575" y="161275"/>
              <a:ext cx="34917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B63B7"/>
                  </a:solidFill>
                  <a:latin typeface="Questrial"/>
                  <a:ea typeface="Questrial"/>
                  <a:cs typeface="Questrial"/>
                  <a:sym typeface="Questrial"/>
                </a:rPr>
                <a:t>ĐẠI HỌC QUỐC GIA THÀNH PHỐ HỒ CHÍ MINH</a:t>
              </a:r>
              <a:endParaRPr b="1" sz="1200">
                <a:solidFill>
                  <a:srgbClr val="4B63B7"/>
                </a:solidFill>
                <a:latin typeface="Questrial"/>
                <a:ea typeface="Questrial"/>
                <a:cs typeface="Questrial"/>
                <a:sym typeface="Questrial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B63B7"/>
                  </a:solidFill>
                  <a:latin typeface="Questrial"/>
                  <a:ea typeface="Questrial"/>
                  <a:cs typeface="Questrial"/>
                  <a:sym typeface="Questrial"/>
                </a:rPr>
                <a:t>TRƯỜNG ĐẠI HỌC CÔNG NGHỆ THÔNG TIN</a:t>
              </a:r>
              <a:endParaRPr b="1" sz="1200">
                <a:solidFill>
                  <a:srgbClr val="4B63B7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  <p:sp>
        <p:nvSpPr>
          <p:cNvPr id="1232" name="Google Shape;1232;p32"/>
          <p:cNvSpPr txBox="1"/>
          <p:nvPr/>
        </p:nvSpPr>
        <p:spPr>
          <a:xfrm>
            <a:off x="381325" y="1127027"/>
            <a:ext cx="48948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73538"/>
                </a:solidFill>
                <a:latin typeface="Questrial"/>
                <a:ea typeface="Questrial"/>
                <a:cs typeface="Questrial"/>
                <a:sym typeface="Questrial"/>
              </a:rPr>
              <a:t>Báo cáo đồ án môn học</a:t>
            </a:r>
            <a:endParaRPr sz="2200">
              <a:solidFill>
                <a:srgbClr val="273538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73538"/>
                </a:solidFill>
                <a:latin typeface="Questrial"/>
                <a:ea typeface="Questrial"/>
                <a:cs typeface="Questrial"/>
                <a:sym typeface="Questrial"/>
              </a:rPr>
              <a:t>Máy học nâng cao (CS315)</a:t>
            </a:r>
            <a:endParaRPr sz="2200">
              <a:solidFill>
                <a:srgbClr val="273538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233" name="Google Shape;1233;p32"/>
          <p:cNvSpPr txBox="1"/>
          <p:nvPr/>
        </p:nvSpPr>
        <p:spPr>
          <a:xfrm>
            <a:off x="381325" y="2109525"/>
            <a:ext cx="8298300" cy="17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273538"/>
                </a:solidFill>
                <a:latin typeface="Questrial"/>
                <a:ea typeface="Questrial"/>
                <a:cs typeface="Questrial"/>
                <a:sym typeface="Questrial"/>
              </a:rPr>
              <a:t>Hệ thống phân tích và dự đoán giá tiền mã hóa theo thời gian thực dựa trên kiến trúc Lambda</a:t>
            </a:r>
            <a:endParaRPr b="1" sz="3200">
              <a:solidFill>
                <a:srgbClr val="273538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234" name="Google Shape;1234;p32"/>
          <p:cNvSpPr txBox="1"/>
          <p:nvPr/>
        </p:nvSpPr>
        <p:spPr>
          <a:xfrm>
            <a:off x="381325" y="3812625"/>
            <a:ext cx="3556200" cy="9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73538"/>
                </a:solidFill>
                <a:latin typeface="Lexend"/>
                <a:ea typeface="Lexend"/>
                <a:cs typeface="Lexend"/>
                <a:sym typeface="Lexend"/>
              </a:rPr>
              <a:t>GVHD: </a:t>
            </a:r>
            <a:r>
              <a:rPr lang="en" sz="1500" b="0">
                <a:solidFill>
                  <a:srgbClr val="273538"/>
                </a:solidFill>
                <a:latin typeface="Lexend Light"/>
                <a:ea typeface="Lexend Light"/>
                <a:cs typeface="Lexend Light"/>
                <a:sym typeface="Lexend Light"/>
              </a:rPr>
              <a:t>[Điền tên giảng viên]</a:t>
            </a:r>
            <a:endParaRPr sz="1500">
              <a:solidFill>
                <a:srgbClr val="27353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73538"/>
                </a:solidFill>
                <a:latin typeface="Lexend"/>
                <a:ea typeface="Lexend"/>
                <a:cs typeface="Lexend"/>
                <a:sym typeface="Lexend"/>
              </a:rPr>
              <a:t>Lớp: </a:t>
            </a:r>
            <a:r>
              <a:rPr lang="en" sz="1500" b="0">
                <a:solidFill>
                  <a:srgbClr val="273538"/>
                </a:solidFill>
                <a:latin typeface="Lexend Light"/>
                <a:ea typeface="Lexend Light"/>
                <a:cs typeface="Lexend Light"/>
                <a:sym typeface="Lexend Light"/>
              </a:rPr>
              <a:t>CS315.F21.CN2</a:t>
            </a:r>
            <a:endParaRPr sz="1500">
              <a:solidFill>
                <a:srgbClr val="27353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73538"/>
                </a:solidFill>
                <a:latin typeface="Lexend"/>
                <a:ea typeface="Lexend"/>
                <a:cs typeface="Lexend"/>
                <a:sym typeface="Lexend"/>
              </a:rPr>
              <a:t>Nhóm thực hiện: </a:t>
            </a:r>
            <a:r>
              <a:rPr lang="en" sz="1500" b="0">
                <a:solidFill>
                  <a:srgbClr val="273538"/>
                </a:solidFill>
                <a:latin typeface="Lexend Light"/>
                <a:ea typeface="Lexend Light"/>
                <a:cs typeface="Lexend Light"/>
                <a:sym typeface="Lexend Light"/>
              </a:rPr>
              <a:t>Nhóm CN2</a:t>
            </a:r>
            <a:endParaRPr sz="1500">
              <a:solidFill>
                <a:srgbClr val="273538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33"/>
          <p:cNvSpPr txBox="1"/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273538"/>
                </a:solidFill>
                <a:latin typeface="Questrial"/>
                <a:ea typeface="Questrial"/>
                <a:cs typeface="Questrial"/>
                <a:sym typeface="Questrial"/>
              </a:rPr>
              <a:t>Nhân sự nhóm CN2</a:t>
            </a:r>
            <a:endParaRPr sz="3100">
              <a:solidFill>
                <a:srgbClr val="273538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240" name="Google Shape;1240;p33"/>
          <p:cNvSpPr txBox="1"/>
          <p:nvPr/>
        </p:nvSpPr>
        <p:spPr>
          <a:xfrm>
            <a:off x="720000" y="1362150"/>
            <a:ext cx="8029500" cy="3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Lexend Light"/>
              <a:buChar char="●"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Thành viên 1 — MSSV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Lexend Light"/>
              <a:buChar char="●"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Thành viên 2 — MSSV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Lexend Light"/>
              <a:buChar char="●"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Thành viên 3 — MSSV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Lexend Light"/>
              <a:buChar char="●"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Thành viên 4 — MSSV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Nội dung thuyết trình</a:t>
            </a:r>
            <a:endParaRPr/>
          </a:p>
        </p:txBody>
      </p:sp>
      <p:sp>
        <p:nvSpPr>
          <p:cNvPr id="1246" name="Google Shape;1246;p34"/>
          <p:cNvSpPr txBox="1"/>
          <p:nvPr>
            <p:ph idx="3" type="subTitle"/>
          </p:nvPr>
        </p:nvSpPr>
        <p:spPr>
          <a:xfrm>
            <a:off x="713225" y="3626575"/>
            <a:ext cx="2562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Kiến trúc Lambda &amp; mô hình LSTM v3</a:t>
            </a:r>
            <a:endParaRPr sz="1100"/>
          </a:p>
        </p:txBody>
      </p:sp>
      <p:sp>
        <p:nvSpPr>
          <p:cNvPr id="1247" name="Google Shape;1247;p34"/>
          <p:cNvSpPr txBox="1"/>
          <p:nvPr>
            <p:ph idx="4" type="subTitle"/>
          </p:nvPr>
        </p:nvSpPr>
        <p:spPr>
          <a:xfrm>
            <a:off x="3290499" y="3626575"/>
            <a:ext cx="2562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Đánh giá, walk-forward &amp; backtest</a:t>
            </a:r>
            <a:endParaRPr sz="1100"/>
          </a:p>
        </p:txBody>
      </p:sp>
      <p:sp>
        <p:nvSpPr>
          <p:cNvPr id="1248" name="Google Shape;1248;p34"/>
          <p:cNvSpPr txBox="1"/>
          <p:nvPr>
            <p:ph idx="6" type="subTitle"/>
          </p:nvPr>
        </p:nvSpPr>
        <p:spPr>
          <a:xfrm>
            <a:off x="5867776" y="3626575"/>
            <a:ext cx="2562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Đóng góp, hạn chế &amp; hướng phát triển</a:t>
            </a:r>
            <a:endParaRPr sz="1100"/>
          </a:p>
        </p:txBody>
      </p:sp>
      <p:sp>
        <p:nvSpPr>
          <p:cNvPr id="1249" name="Google Shape;1249;p34"/>
          <p:cNvSpPr txBox="1"/>
          <p:nvPr>
            <p:ph idx="7" type="title"/>
          </p:nvPr>
        </p:nvSpPr>
        <p:spPr>
          <a:xfrm>
            <a:off x="1586225" y="1448275"/>
            <a:ext cx="816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50" name="Google Shape;1250;p34"/>
          <p:cNvSpPr txBox="1"/>
          <p:nvPr>
            <p:ph idx="8" type="title"/>
          </p:nvPr>
        </p:nvSpPr>
        <p:spPr>
          <a:xfrm>
            <a:off x="1586225" y="2881704"/>
            <a:ext cx="816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251" name="Google Shape;1251;p34"/>
          <p:cNvSpPr txBox="1"/>
          <p:nvPr>
            <p:ph idx="9" type="title"/>
          </p:nvPr>
        </p:nvSpPr>
        <p:spPr>
          <a:xfrm>
            <a:off x="4163499" y="1448275"/>
            <a:ext cx="816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52" name="Google Shape;1252;p34"/>
          <p:cNvSpPr txBox="1"/>
          <p:nvPr>
            <p:ph idx="13" type="title"/>
          </p:nvPr>
        </p:nvSpPr>
        <p:spPr>
          <a:xfrm>
            <a:off x="4163499" y="2881704"/>
            <a:ext cx="816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253" name="Google Shape;1253;p34"/>
          <p:cNvSpPr txBox="1"/>
          <p:nvPr>
            <p:ph idx="14" type="title"/>
          </p:nvPr>
        </p:nvSpPr>
        <p:spPr>
          <a:xfrm>
            <a:off x="6781876" y="1448272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54" name="Google Shape;1254;p34"/>
          <p:cNvSpPr txBox="1"/>
          <p:nvPr>
            <p:ph idx="15" type="title"/>
          </p:nvPr>
        </p:nvSpPr>
        <p:spPr>
          <a:xfrm>
            <a:off x="6781876" y="2881703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255" name="Google Shape;1255;p34"/>
          <p:cNvSpPr txBox="1"/>
          <p:nvPr>
            <p:ph idx="16" type="subTitle"/>
          </p:nvPr>
        </p:nvSpPr>
        <p:spPr>
          <a:xfrm>
            <a:off x="713225" y="1904177"/>
            <a:ext cx="25629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Giới thiệu đề tài</a:t>
            </a:r>
            <a:endParaRPr/>
          </a:p>
        </p:txBody>
      </p:sp>
      <p:sp>
        <p:nvSpPr>
          <p:cNvPr id="1256" name="Google Shape;1256;p34"/>
          <p:cNvSpPr txBox="1"/>
          <p:nvPr>
            <p:ph idx="17" type="subTitle"/>
          </p:nvPr>
        </p:nvSpPr>
        <p:spPr>
          <a:xfrm>
            <a:off x="3290499" y="1904177"/>
            <a:ext cx="25629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Nghiên cứu liên quan</a:t>
            </a:r>
            <a:endParaRPr/>
          </a:p>
        </p:txBody>
      </p:sp>
      <p:sp>
        <p:nvSpPr>
          <p:cNvPr id="1257" name="Google Shape;1257;p34"/>
          <p:cNvSpPr txBox="1"/>
          <p:nvPr>
            <p:ph idx="18" type="subTitle"/>
          </p:nvPr>
        </p:nvSpPr>
        <p:spPr>
          <a:xfrm>
            <a:off x="5867776" y="1904177"/>
            <a:ext cx="25629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Dữ liệu &amp; phân tích khám phá</a:t>
            </a:r>
            <a:endParaRPr/>
          </a:p>
        </p:txBody>
      </p:sp>
      <p:sp>
        <p:nvSpPr>
          <p:cNvPr id="1258" name="Google Shape;1258;p34"/>
          <p:cNvSpPr txBox="1"/>
          <p:nvPr>
            <p:ph idx="19" type="subTitle"/>
          </p:nvPr>
        </p:nvSpPr>
        <p:spPr>
          <a:xfrm>
            <a:off x="713225" y="3337650"/>
            <a:ext cx="25629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Phương pháp đề xuất</a:t>
            </a:r>
            <a:endParaRPr/>
          </a:p>
        </p:txBody>
      </p:sp>
      <p:sp>
        <p:nvSpPr>
          <p:cNvPr id="1259" name="Google Shape;1259;p34"/>
          <p:cNvSpPr txBox="1"/>
          <p:nvPr>
            <p:ph idx="20" type="subTitle"/>
          </p:nvPr>
        </p:nvSpPr>
        <p:spPr>
          <a:xfrm>
            <a:off x="3290499" y="3337650"/>
            <a:ext cx="25629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Thực nghiệm &amp; kết quả</a:t>
            </a:r>
            <a:endParaRPr/>
          </a:p>
        </p:txBody>
      </p:sp>
      <p:sp>
        <p:nvSpPr>
          <p:cNvPr id="1260" name="Google Shape;1260;p34"/>
          <p:cNvSpPr txBox="1"/>
          <p:nvPr>
            <p:ph idx="21" type="subTitle"/>
          </p:nvPr>
        </p:nvSpPr>
        <p:spPr>
          <a:xfrm>
            <a:off x="5867776" y="3337650"/>
            <a:ext cx="25629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Kết luận</a:t>
            </a:r>
            <a:endParaRPr/>
          </a:p>
        </p:txBody>
      </p:sp>
      <p:sp>
        <p:nvSpPr>
          <p:cNvPr id="1261" name="Google Shape;1261;p34"/>
          <p:cNvSpPr txBox="1"/>
          <p:nvPr>
            <p:ph idx="3" type="subTitle"/>
          </p:nvPr>
        </p:nvSpPr>
        <p:spPr>
          <a:xfrm>
            <a:off x="713225" y="2224725"/>
            <a:ext cx="25629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Bối cảnh, bài toán &amp; mục tiêu nghiên cứu</a:t>
            </a:r>
            <a:endParaRPr sz="1100"/>
          </a:p>
        </p:txBody>
      </p:sp>
      <p:sp>
        <p:nvSpPr>
          <p:cNvPr id="1262" name="Google Shape;1262;p34"/>
          <p:cNvSpPr txBox="1"/>
          <p:nvPr>
            <p:ph idx="3" type="subTitle"/>
          </p:nvPr>
        </p:nvSpPr>
        <p:spPr>
          <a:xfrm>
            <a:off x="3258000" y="2208938"/>
            <a:ext cx="2628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Các hướng tiếp cận &amp; điểm mới của đề tài</a:t>
            </a:r>
            <a:endParaRPr sz="1100"/>
          </a:p>
        </p:txBody>
      </p:sp>
      <p:sp>
        <p:nvSpPr>
          <p:cNvPr id="1263" name="Google Shape;1263;p34"/>
          <p:cNvSpPr txBox="1"/>
          <p:nvPr>
            <p:ph idx="3" type="subTitle"/>
          </p:nvPr>
        </p:nvSpPr>
        <p:spPr>
          <a:xfrm>
            <a:off x="5835225" y="2208925"/>
            <a:ext cx="2628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Thu thập, EDA và xây dựng đặc trưng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35"/>
          <p:cNvSpPr txBox="1"/>
          <p:nvPr>
            <p:ph type="title"/>
          </p:nvPr>
        </p:nvSpPr>
        <p:spPr>
          <a:xfrm>
            <a:off x="2038200" y="2348131"/>
            <a:ext cx="5067600" cy="7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Giới thiệu đề tài</a:t>
            </a:r>
            <a:endParaRPr/>
          </a:p>
        </p:txBody>
      </p:sp>
      <p:sp>
        <p:nvSpPr>
          <p:cNvPr id="1269" name="Google Shape;1269;p35"/>
          <p:cNvSpPr txBox="1"/>
          <p:nvPr>
            <p:ph idx="2" type="title"/>
          </p:nvPr>
        </p:nvSpPr>
        <p:spPr>
          <a:xfrm>
            <a:off x="3917750" y="1455231"/>
            <a:ext cx="1308600" cy="9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70" name="Google Shape;1270;p35"/>
          <p:cNvSpPr/>
          <p:nvPr/>
        </p:nvSpPr>
        <p:spPr>
          <a:xfrm>
            <a:off x="3410900" y="3587469"/>
            <a:ext cx="2311800" cy="10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Tính cấp thiết của đề tài</a:t>
            </a:r>
            <a:endParaRPr/>
          </a:p>
        </p:txBody>
      </p:sp>
      <p:sp>
        <p:nvSpPr>
          <p:cNvPr id="1276" name="Google Shape;1276;p36"/>
          <p:cNvSpPr txBox="1"/>
          <p:nvPr>
            <p:ph idx="2" type="subTitle"/>
          </p:nvPr>
        </p:nvSpPr>
        <p:spPr>
          <a:xfrm>
            <a:off x="1092325" y="1667625"/>
            <a:ext cx="6944100" cy="23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Thị trường crypto </a:t>
            </a:r>
            <a:r>
              <a:rPr lang="en" sz="2000" b="0"/>
              <a:t>biến động cao — dự đoán xu hướng ngắn hạn mang giá trị lớn cho nhà đầu tư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Hạn chế hiện tại: </a:t>
            </a:r>
            <a:r>
              <a:rPr lang="en" sz="2000" b="0"/>
              <a:t>phần lớn hệ thống chỉ xử lý batch, thiếu phân tích gần thời gian thực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Mô tả bài toán</a:t>
            </a:r>
            <a:endParaRPr/>
          </a:p>
        </p:txBody>
      </p:sp>
      <p:sp>
        <p:nvSpPr>
          <p:cNvPr id="1282" name="Google Shape;1282;p37"/>
          <p:cNvSpPr txBox="1"/>
          <p:nvPr>
            <p:ph idx="2" type="subTitle"/>
          </p:nvPr>
        </p:nvSpPr>
        <p:spPr>
          <a:xfrm>
            <a:off x="1092325" y="1667625"/>
            <a:ext cx="6944100" cy="23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b="1"/>
              <a:t>Input: </a:t>
            </a:r>
            <a:r>
              <a:rPr lang="en" sz="2000" b="0"/>
              <a:t>giá thời gian thực BTC &amp; DOGE từ CoinGecko (giá, khối lượng, vốn hóa)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b="1"/>
              <a:t>Output 1: </a:t>
            </a:r>
            <a:r>
              <a:rPr lang="en" sz="2000" b="0"/>
              <a:t>chỉ số kỹ thuật thời gian thực — SMA, RSI, Bollinger, VWAP, ATR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b="1"/>
              <a:t>Output 2: </a:t>
            </a:r>
            <a:r>
              <a:rPr lang="en" sz="2000" b="0"/>
              <a:t>dự đoán giá 7 ngày kèm hướng xu hướng (tăng/giảm)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b="1"/>
              <a:t>Output 3: </a:t>
            </a:r>
            <a:r>
              <a:rPr lang="en" sz="2000" b="0"/>
              <a:t>dashboard trực quan hóa toàn bộ pipeline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Đối tượng &amp; phạm vi nghiên cứu</a:t>
            </a:r>
            <a:endParaRPr/>
          </a:p>
        </p:txBody>
      </p:sp>
      <p:sp>
        <p:nvSpPr>
          <p:cNvPr id="1288" name="Google Shape;1288;p38"/>
          <p:cNvSpPr txBox="1"/>
          <p:nvPr>
            <p:ph idx="2" type="subTitle"/>
          </p:nvPr>
        </p:nvSpPr>
        <p:spPr>
          <a:xfrm>
            <a:off x="1092325" y="1667625"/>
            <a:ext cx="6944100" cy="23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b="1"/>
              <a:t>Đối tượng: </a:t>
            </a:r>
            <a:r>
              <a:rPr lang="en" sz="2000" b="0"/>
              <a:t>Bitcoin (store-of-value) &amp; Dogecoin (tính đầu cơ/meme cao)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b="1"/>
              <a:t>Dữ liệu: </a:t>
            </a:r>
            <a:r>
              <a:rPr lang="en" sz="2000" b="0"/>
              <a:t>lịch sử CoinGecko ~11,4 năm (2015–2026), tối thiểu 2 năm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b="1"/>
              <a:t>Dự đoán: </a:t>
            </a:r>
            <a:r>
              <a:rPr lang="en" sz="2000" b="0"/>
              <a:t>giá ngắn hạn 7 ngày tiếp theo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b="1"/>
              <a:t>Triển khai: </a:t>
            </a:r>
            <a:r>
              <a:rPr lang="en" sz="2000" b="0"/>
              <a:t>cục bộ bằng Docker Compose (9 services)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Mục tiêu đề tài</a:t>
            </a:r>
            <a:endParaRPr/>
          </a:p>
        </p:txBody>
      </p:sp>
      <p:sp>
        <p:nvSpPr>
          <p:cNvPr id="1294" name="Google Shape;1294;p39"/>
          <p:cNvSpPr txBox="1"/>
          <p:nvPr>
            <p:ph idx="2" type="subTitle"/>
          </p:nvPr>
        </p:nvSpPr>
        <p:spPr>
          <a:xfrm>
            <a:off x="1099950" y="1257750"/>
            <a:ext cx="6944100" cy="32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Xây dựng pipeline dữ liệu Lambda Architecture hoàn chỉnh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Tính toán chỉ số kỹ thuật theo thời gian thực bằng Spark Streaming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Huấn luyện mô hình LSTM dual-head dự đoán giá và xu hướng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Xây dựng API (FastAPI) và giao diện người dùng (React + Streamlit)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Kiến trúc tổng quát hệ thống (Lambda)</a:t>
            </a:r>
            <a:endParaRPr/>
          </a:p>
        </p:txBody>
      </p:sp>
      <p:sp>
        <p:nvSpPr>
          <p:cNvPr id="1300" name="Google Shape;1300;p40"/>
          <p:cNvSpPr txBox="1"/>
          <p:nvPr>
            <p:ph idx="1" type="subTitle"/>
          </p:nvPr>
        </p:nvSpPr>
        <p:spPr>
          <a:xfrm>
            <a:off x="1860550" y="2204775"/>
            <a:ext cx="25425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CoinGecko API → Kafka (topic crypto_raw), polling mỗi 10 phút</a:t>
            </a:r>
            <a:endParaRPr/>
          </a:p>
        </p:txBody>
      </p:sp>
      <p:sp>
        <p:nvSpPr>
          <p:cNvPr id="1301" name="Google Shape;1301;p40"/>
          <p:cNvSpPr txBox="1"/>
          <p:nvPr>
            <p:ph idx="2" type="subTitle"/>
          </p:nvPr>
        </p:nvSpPr>
        <p:spPr>
          <a:xfrm>
            <a:off x="4740948" y="2204775"/>
            <a:ext cx="2929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Spark Streaming tính chỉ số kỹ thuật; Spark Batch tổng hợp lịch sử</a:t>
            </a:r>
            <a:endParaRPr/>
          </a:p>
        </p:txBody>
      </p:sp>
      <p:sp>
        <p:nvSpPr>
          <p:cNvPr id="1302" name="Google Shape;1302;p40"/>
          <p:cNvSpPr txBox="1"/>
          <p:nvPr>
            <p:ph idx="3" type="subTitle"/>
          </p:nvPr>
        </p:nvSpPr>
        <p:spPr>
          <a:xfrm>
            <a:off x="1860550" y="3638175"/>
            <a:ext cx="25425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MongoDB (serving layer) → FastAPI REST API (JWT auth)</a:t>
            </a:r>
            <a:endParaRPr/>
          </a:p>
        </p:txBody>
      </p:sp>
      <p:sp>
        <p:nvSpPr>
          <p:cNvPr id="1303" name="Google Shape;1303;p40"/>
          <p:cNvSpPr txBox="1"/>
          <p:nvPr>
            <p:ph idx="4" type="subTitle"/>
          </p:nvPr>
        </p:nvSpPr>
        <p:spPr>
          <a:xfrm>
            <a:off x="4740948" y="3638175"/>
            <a:ext cx="2929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 dự đoán 7 ngày → React + Streamlit dashboard</a:t>
            </a:r>
            <a:endParaRPr/>
          </a:p>
        </p:txBody>
      </p:sp>
      <p:sp>
        <p:nvSpPr>
          <p:cNvPr id="1304" name="Google Shape;1304;p40"/>
          <p:cNvSpPr txBox="1"/>
          <p:nvPr>
            <p:ph idx="5" type="subTitle"/>
          </p:nvPr>
        </p:nvSpPr>
        <p:spPr>
          <a:xfrm>
            <a:off x="1860550" y="1921175"/>
            <a:ext cx="2542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1. Thu thập dữ liệu</a:t>
            </a:r>
            <a:endParaRPr sz="1700"/>
          </a:p>
        </p:txBody>
      </p:sp>
      <p:sp>
        <p:nvSpPr>
          <p:cNvPr id="1305" name="Google Shape;1305;p40"/>
          <p:cNvSpPr txBox="1"/>
          <p:nvPr>
            <p:ph idx="6" type="subTitle"/>
          </p:nvPr>
        </p:nvSpPr>
        <p:spPr>
          <a:xfrm>
            <a:off x="1860550" y="3354650"/>
            <a:ext cx="27114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3. Lưu trữ &amp; phục vụ</a:t>
            </a:r>
            <a:endParaRPr sz="1700"/>
          </a:p>
        </p:txBody>
      </p:sp>
      <p:sp>
        <p:nvSpPr>
          <p:cNvPr id="1306" name="Google Shape;1306;p40"/>
          <p:cNvSpPr txBox="1"/>
          <p:nvPr>
            <p:ph idx="7" type="subTitle"/>
          </p:nvPr>
        </p:nvSpPr>
        <p:spPr>
          <a:xfrm>
            <a:off x="4740950" y="1921175"/>
            <a:ext cx="2929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2. Xử lý Batch &amp; Streaming</a:t>
            </a:r>
            <a:endParaRPr sz="1700"/>
          </a:p>
        </p:txBody>
      </p:sp>
      <p:sp>
        <p:nvSpPr>
          <p:cNvPr id="1307" name="Google Shape;1307;p40"/>
          <p:cNvSpPr txBox="1"/>
          <p:nvPr>
            <p:ph idx="8" type="subTitle"/>
          </p:nvPr>
        </p:nvSpPr>
        <p:spPr>
          <a:xfrm>
            <a:off x="4740950" y="3354650"/>
            <a:ext cx="2929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Dự đoán &amp; trực quan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41"/>
          <p:cNvSpPr txBox="1"/>
          <p:nvPr>
            <p:ph type="title"/>
          </p:nvPr>
        </p:nvSpPr>
        <p:spPr>
          <a:xfrm>
            <a:off x="2038200" y="2348131"/>
            <a:ext cx="5067600" cy="7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Nghiên cứu liên quan</a:t>
            </a:r>
            <a:endParaRPr/>
          </a:p>
        </p:txBody>
      </p:sp>
      <p:sp>
        <p:nvSpPr>
          <p:cNvPr id="1313" name="Google Shape;1313;p41"/>
          <p:cNvSpPr txBox="1"/>
          <p:nvPr>
            <p:ph idx="2" type="title"/>
          </p:nvPr>
        </p:nvSpPr>
        <p:spPr>
          <a:xfrm>
            <a:off x="3917750" y="1455231"/>
            <a:ext cx="1308600" cy="9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314" name="Google Shape;1314;p41"/>
          <p:cNvSpPr/>
          <p:nvPr/>
        </p:nvSpPr>
        <p:spPr>
          <a:xfrm>
            <a:off x="3410900" y="3587469"/>
            <a:ext cx="2311800" cy="10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Tổng quan các hướng nghiên cứu</a:t>
            </a:r>
            <a:endParaRPr/>
          </a:p>
        </p:txBody>
      </p:sp>
      <p:sp>
        <p:nvSpPr>
          <p:cNvPr id="1320" name="Google Shape;1320;p42"/>
          <p:cNvSpPr txBox="1"/>
          <p:nvPr>
            <p:ph idx="1" type="subTitle"/>
          </p:nvPr>
        </p:nvSpPr>
        <p:spPr>
          <a:xfrm>
            <a:off x="720000" y="1604098"/>
            <a:ext cx="3910800" cy="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Nắm bắt phụ thuộc dài hạn; vượt mô hình thống kê truyền thống [Fischer &amp; Krauss, 2018]</a:t>
            </a:r>
            <a:endParaRPr/>
          </a:p>
        </p:txBody>
      </p:sp>
      <p:sp>
        <p:nvSpPr>
          <p:cNvPr id="1321" name="Google Shape;1321;p42"/>
          <p:cNvSpPr txBox="1"/>
          <p:nvPr>
            <p:ph idx="2" type="subTitle"/>
          </p:nvPr>
        </p:nvSpPr>
        <p:spPr>
          <a:xfrm>
            <a:off x="4513200" y="2623398"/>
            <a:ext cx="3910800" cy="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Kafka + Spark Structured Streaming [Zaharia et al., 2016]</a:t>
            </a:r>
            <a:endParaRPr/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Cửa sổ trượt, watermark, ghi MongoDB qua foreachBatch</a:t>
            </a:r>
            <a:endParaRPr/>
          </a:p>
        </p:txBody>
      </p:sp>
      <p:sp>
        <p:nvSpPr>
          <p:cNvPr id="1322" name="Google Shape;1322;p42"/>
          <p:cNvSpPr txBox="1"/>
          <p:nvPr>
            <p:ph idx="3" type="subTitle"/>
          </p:nvPr>
        </p:nvSpPr>
        <p:spPr>
          <a:xfrm>
            <a:off x="747700" y="3352773"/>
            <a:ext cx="50700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Batch layer: chính xác cao, độ trễ cao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Speed layer: độ trễ thấp, kết quả xấp xỉ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Serving layer: phục vụ truy vấn [Marz &amp; Warren, 2015]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Phù hợp hệ thống tài chính: lịch sử + realtime</a:t>
            </a:r>
            <a:endParaRPr/>
          </a:p>
        </p:txBody>
      </p:sp>
      <p:sp>
        <p:nvSpPr>
          <p:cNvPr id="1323" name="Google Shape;1323;p42"/>
          <p:cNvSpPr txBox="1"/>
          <p:nvPr>
            <p:ph idx="4" type="subTitle"/>
          </p:nvPr>
        </p:nvSpPr>
        <p:spPr>
          <a:xfrm>
            <a:off x="720001" y="1254098"/>
            <a:ext cx="32643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Học sâu (LSTM)</a:t>
            </a:r>
            <a:endParaRPr/>
          </a:p>
        </p:txBody>
      </p:sp>
      <p:sp>
        <p:nvSpPr>
          <p:cNvPr id="1324" name="Google Shape;1324;p42"/>
          <p:cNvSpPr txBox="1"/>
          <p:nvPr>
            <p:ph idx="5" type="subTitle"/>
          </p:nvPr>
        </p:nvSpPr>
        <p:spPr>
          <a:xfrm>
            <a:off x="5159701" y="2273398"/>
            <a:ext cx="32643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Xử lý thời gian thực</a:t>
            </a:r>
            <a:endParaRPr/>
          </a:p>
        </p:txBody>
      </p:sp>
      <p:sp>
        <p:nvSpPr>
          <p:cNvPr id="1325" name="Google Shape;1325;p42"/>
          <p:cNvSpPr txBox="1"/>
          <p:nvPr>
            <p:ph idx="6" type="subTitle"/>
          </p:nvPr>
        </p:nvSpPr>
        <p:spPr>
          <a:xfrm>
            <a:off x="720001" y="2946571"/>
            <a:ext cx="32643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Kiến trúc Lambda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93" name="Google Shape;1293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Dự đoán giá tiền mã hóa bằng học sâu</a:t>
            </a:r>
            <a:endParaRPr/>
          </a:p>
        </p:txBody>
      </p:sp>
      <p:sp>
        <p:nvSpPr>
          <p:cNvPr id="1294" name="Google Shape;1294;p39"/>
          <p:cNvSpPr txBox="1"/>
          <p:nvPr>
            <p:ph idx="2" type="subTitle"/>
          </p:nvPr>
        </p:nvSpPr>
        <p:spPr>
          <a:xfrm>
            <a:off x="722376" y="1257750"/>
            <a:ext cx="4206240" cy="32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LSTM (Hochreiter &amp; Schmidhuber, 1997) khắc phục vanishing gradient của RNN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Ba cổng: input – forget – output điều phối cell state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Fischer &amp; Krauss (2018): LSTM vượt ARIMA &amp; Random Forest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Biến thể: Bi-LSTM, LSTM + Attention, TFT (Lim et al., 2021)</a:t>
            </a:r>
            <a:endParaRPr sz="1800"/>
          </a:p>
        </p:txBody>
      </p:sp>
      <p:pic>
        <p:nvPicPr>
          <p:cNvPr id="1295" name="Picture 1294" descr="lst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148840"/>
            <a:ext cx="3749039" cy="20265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93" name="Google Shape;1293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Xử lý dữ liệu tài chính theo thời gian thực</a:t>
            </a:r>
            <a:endParaRPr/>
          </a:p>
        </p:txBody>
      </p:sp>
      <p:sp>
        <p:nvSpPr>
          <p:cNvPr id="1294" name="Google Shape;1294;p39"/>
          <p:cNvSpPr txBox="1"/>
          <p:nvPr>
            <p:ph idx="2" type="subTitle"/>
          </p:nvPr>
        </p:nvSpPr>
        <p:spPr>
          <a:xfrm>
            <a:off x="1099950" y="1257750"/>
            <a:ext cx="6944100" cy="32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Kafka + Spark Structured Streaming: bộ đôi phổ biến cho phân tích tài chính realtime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Spark — unified engine cho cả batch lẫn streaming trên cùng API [Zaharia et al., 2016]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Hỗ trợ cửa sổ trượt (sliding window) và watermark cho dữ liệu trễ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Tích hợp MongoDB qua foreachBatch pattern, đảm bảo idempotency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93" name="Google Shape;1293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Kiến trúc Lambda trong phân tích dữ liệu lớn</a:t>
            </a:r>
            <a:endParaRPr/>
          </a:p>
        </p:txBody>
      </p:sp>
      <p:sp>
        <p:nvSpPr>
          <p:cNvPr id="1294" name="Google Shape;1294;p39"/>
          <p:cNvSpPr txBox="1"/>
          <p:nvPr>
            <p:ph idx="2" type="subTitle"/>
          </p:nvPr>
        </p:nvSpPr>
        <p:spPr>
          <a:xfrm>
            <a:off x="1099950" y="1188720"/>
            <a:ext cx="6944100" cy="14173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Nathan Marz (2015): tách biệt batch layer &amp; speed layer, phục vụ qua serving layer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Batch layer: độ chính xác cao, độ trễ cao (báo cáo, huấn luyện mô hình)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Speed layer: độ trễ thấp, kết quả xấp xỉ (cảnh báo, dashboard realtime)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Phù hợp hệ thống tài chính cần cả phân tích lịch sử &amp; phản ứng nhanh</a:t>
            </a:r>
            <a:endParaRPr sz="1800"/>
          </a:p>
        </p:txBody>
      </p:sp>
      <p:pic>
        <p:nvPicPr>
          <p:cNvPr id="1295" name="Picture 1294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88920"/>
            <a:ext cx="6949440" cy="23087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93" name="Google Shape;1293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Chỉ số kỹ thuật &amp; phân tích tài chính</a:t>
            </a:r>
            <a:endParaRPr/>
          </a:p>
        </p:txBody>
      </p:sp>
      <p:sp>
        <p:nvSpPr>
          <p:cNvPr id="1294" name="Google Shape;1294;p39"/>
          <p:cNvSpPr txBox="1"/>
          <p:nvPr>
            <p:ph idx="2" type="subTitle"/>
          </p:nvPr>
        </p:nvSpPr>
        <p:spPr>
          <a:xfrm>
            <a:off x="1099950" y="1257750"/>
            <a:ext cx="6944100" cy="32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Murphy (1999) hệ thống hóa phân tích kỹ thuật: SMA, RSI, Bollinger Bands, VWAP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Các chỉ số được dùng rộng rãi và mang giá trị dự báo bổ sung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Đề tài dùng các chỉ số này làm feature đầu vào cho LSTM thay vì raw price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Kết hợp chỉ số kỹ thuật + học máy → tín hiệu dự báo mạnh hơn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93" name="Google Shape;1293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Điểm mới của đề tài</a:t>
            </a:r>
            <a:endParaRPr/>
          </a:p>
        </p:txBody>
      </p:sp>
      <p:sp>
        <p:nvSpPr>
          <p:cNvPr id="1294" name="Google Shape;1294;p39"/>
          <p:cNvSpPr txBox="1"/>
          <p:nvPr>
            <p:ph idx="2" type="subTitle"/>
          </p:nvPr>
        </p:nvSpPr>
        <p:spPr>
          <a:xfrm>
            <a:off x="1099950" y="1257750"/>
            <a:ext cx="6944100" cy="32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Kết hợp Lambda Architecture với LSTM v3 (bổ sung volatility head)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Direction-weighted Huber loss: ưu tiên dự đoán đúng hướng xu hướng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Walk-forward validation (6 fold) + backtest 6 tháng — đánh giá thực tế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Hệ thống end-to-end với Docker Compose, frontend React &amp; model registry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keting Annual Report by Slidesgo">
  <a:themeElements>
    <a:clrScheme name="Simple Light">
      <a:dk1>
        <a:srgbClr val="071B4B"/>
      </a:dk1>
      <a:lt1>
        <a:srgbClr val="F3F3F3"/>
      </a:lt1>
      <a:dk2>
        <a:srgbClr val="38E8A4"/>
      </a:dk2>
      <a:lt2>
        <a:srgbClr val="3868CE"/>
      </a:lt2>
      <a:accent1>
        <a:srgbClr val="E9E9E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71B4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